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315" r:id="rId2"/>
  </p:sldIdLst>
  <p:sldSz cx="6858000" cy="9144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711047-C7ED-47C0-A1D9-F04DF2A6DD16}" v="24" dt="2025-04-29T13:24:16.4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260" y="-13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7B1BFD2-9B82-4156-AE06-36FBAF2ED452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57425" y="1279525"/>
            <a:ext cx="25892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29/04/2025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29/04/2025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29/04/2025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29/04/2025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29/04/2025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29/04/2025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29/04/2025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29/04/2025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29/04/2025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29/04/2025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29/04/2025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29/04/2025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Logotipo, nome da empresa&#10;&#10;Descrição gerada automaticamente">
            <a:extLst>
              <a:ext uri="{FF2B5EF4-FFF2-40B4-BE49-F238E27FC236}">
                <a16:creationId xmlns:a16="http://schemas.microsoft.com/office/drawing/2014/main" id="{1B4B979D-25F5-F5BE-ECD7-EB990C4793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7" y="27197"/>
            <a:ext cx="1800200" cy="1180824"/>
          </a:xfrm>
          <a:prstGeom prst="rect">
            <a:avLst/>
          </a:prstGeom>
        </p:spPr>
      </p:pic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4849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4849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4849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4849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4849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4849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4849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4849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4849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701775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574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574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574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574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574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1780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590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035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4162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0195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622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2260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2260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8292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6230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2262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8295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8295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6232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6232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0360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448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6551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0678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4806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2743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0681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8618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8618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6556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4493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4493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8621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8621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2748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6876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600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03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16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2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441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04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648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251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854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648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251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85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648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061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47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68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093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506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299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093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887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68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474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887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00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713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600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03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832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2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441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04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648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251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854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648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251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85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648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061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47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68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093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506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299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093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887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68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474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887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00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713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92956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8621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8621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887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887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2260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2260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251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251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5051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5051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5051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5051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5051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5051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5051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5051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5051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053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631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631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631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631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631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2343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647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0598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4726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0758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679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2823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2823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8856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6793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2826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8858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8858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6796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6796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0923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505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7114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1242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5369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3307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1244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9182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9182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7119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057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057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9184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9184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656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259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672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08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498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10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704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307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911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704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308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91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05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17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53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73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149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562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356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149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943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737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31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943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656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259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888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08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498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10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704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307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911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704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308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91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05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17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53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73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149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562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356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149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943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737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31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943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3519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9184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9184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943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943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2823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2823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307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307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30763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FBB4EB7-ADBA-D43C-CA34-35A70A857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441760"/>
              </p:ext>
            </p:extLst>
          </p:nvPr>
        </p:nvGraphicFramePr>
        <p:xfrm>
          <a:off x="413844" y="6337773"/>
          <a:ext cx="4613190" cy="1036320"/>
        </p:xfrm>
        <a:graphic>
          <a:graphicData uri="http://schemas.openxmlformats.org/drawingml/2006/table">
            <a:tbl>
              <a:tblPr/>
              <a:tblGrid>
                <a:gridCol w="4613190">
                  <a:extLst>
                    <a:ext uri="{9D8B030D-6E8A-4147-A177-3AD203B41FA5}">
                      <a16:colId xmlns:a16="http://schemas.microsoft.com/office/drawing/2014/main" val="3405424218"/>
                    </a:ext>
                  </a:extLst>
                </a:gridCol>
              </a:tblGrid>
              <a:tr h="284102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COMERCIAIS:</a:t>
                      </a:r>
                    </a:p>
                    <a:p>
                      <a:pPr algn="l" fontAlgn="b"/>
                      <a:endParaRPr lang="pt-BR" sz="1200" b="1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2600318"/>
                  </a:ext>
                </a:extLst>
              </a:tr>
              <a:tr h="130214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722160"/>
                  </a:ext>
                </a:extLst>
              </a:tr>
              <a:tr h="130214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515036"/>
                  </a:ext>
                </a:extLst>
              </a:tr>
              <a:tr h="130214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149125"/>
                  </a:ext>
                </a:extLst>
              </a:tr>
              <a:tr h="130214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651136"/>
                  </a:ext>
                </a:extLst>
              </a:tr>
            </a:tbl>
          </a:graphicData>
        </a:graphic>
      </p:graphicFrame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32ADB083-2B8C-EFAB-FB51-CCBA3D5B43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600" y="366621"/>
            <a:ext cx="2160000" cy="585216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41767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AF6736B-6E05-5A79-DAE9-FFEDFAA44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19558"/>
              </p:ext>
            </p:extLst>
          </p:nvPr>
        </p:nvGraphicFramePr>
        <p:xfrm>
          <a:off x="584200" y="1971407"/>
          <a:ext cx="5689599" cy="557530"/>
        </p:xfrm>
        <a:graphic>
          <a:graphicData uri="http://schemas.openxmlformats.org/drawingml/2006/table">
            <a:tbl>
              <a:tblPr/>
              <a:tblGrid>
                <a:gridCol w="523291">
                  <a:extLst>
                    <a:ext uri="{9D8B030D-6E8A-4147-A177-3AD203B41FA5}">
                      <a16:colId xmlns:a16="http://schemas.microsoft.com/office/drawing/2014/main" val="236066438"/>
                    </a:ext>
                  </a:extLst>
                </a:gridCol>
                <a:gridCol w="3082659">
                  <a:extLst>
                    <a:ext uri="{9D8B030D-6E8A-4147-A177-3AD203B41FA5}">
                      <a16:colId xmlns:a16="http://schemas.microsoft.com/office/drawing/2014/main" val="3338718235"/>
                    </a:ext>
                  </a:extLst>
                </a:gridCol>
                <a:gridCol w="979981">
                  <a:extLst>
                    <a:ext uri="{9D8B030D-6E8A-4147-A177-3AD203B41FA5}">
                      <a16:colId xmlns:a16="http://schemas.microsoft.com/office/drawing/2014/main" val="3357268328"/>
                    </a:ext>
                  </a:extLst>
                </a:gridCol>
                <a:gridCol w="1103668">
                  <a:extLst>
                    <a:ext uri="{9D8B030D-6E8A-4147-A177-3AD203B41FA5}">
                      <a16:colId xmlns:a16="http://schemas.microsoft.com/office/drawing/2014/main" val="2426506652"/>
                    </a:ext>
                  </a:extLst>
                </a:gridCol>
              </a:tblGrid>
              <a:tr h="2813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CASA DE SAUDE SANTA RITA S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29/04/2025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540486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A/C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Andreia Takeuti Gallardo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CMETK01.25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091282"/>
                  </a:ext>
                </a:extLst>
              </a:tr>
            </a:tbl>
          </a:graphicData>
        </a:graphic>
      </p:graphicFrame>
      <p:pic>
        <p:nvPicPr>
          <p:cNvPr id="14" name="Imagem 13">
            <a:extLst>
              <a:ext uri="{FF2B5EF4-FFF2-40B4-BE49-F238E27FC236}">
                <a16:creationId xmlns:a16="http://schemas.microsoft.com/office/drawing/2014/main" id="{7BE863A9-089B-65B1-C725-4F0DA3380D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405" y="4224705"/>
            <a:ext cx="4949190" cy="2037166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970550F-5029-DD85-873A-CFCE9CED8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514029"/>
              </p:ext>
            </p:extLst>
          </p:nvPr>
        </p:nvGraphicFramePr>
        <p:xfrm>
          <a:off x="439421" y="6719038"/>
          <a:ext cx="5689599" cy="1524000"/>
        </p:xfrm>
        <a:graphic>
          <a:graphicData uri="http://schemas.openxmlformats.org/drawingml/2006/table">
            <a:tbl>
              <a:tblPr/>
              <a:tblGrid>
                <a:gridCol w="522999">
                  <a:extLst>
                    <a:ext uri="{9D8B030D-6E8A-4147-A177-3AD203B41FA5}">
                      <a16:colId xmlns:a16="http://schemas.microsoft.com/office/drawing/2014/main" val="478939984"/>
                    </a:ext>
                  </a:extLst>
                </a:gridCol>
                <a:gridCol w="675145">
                  <a:extLst>
                    <a:ext uri="{9D8B030D-6E8A-4147-A177-3AD203B41FA5}">
                      <a16:colId xmlns:a16="http://schemas.microsoft.com/office/drawing/2014/main" val="3492115299"/>
                    </a:ext>
                  </a:extLst>
                </a:gridCol>
                <a:gridCol w="2408967">
                  <a:extLst>
                    <a:ext uri="{9D8B030D-6E8A-4147-A177-3AD203B41FA5}">
                      <a16:colId xmlns:a16="http://schemas.microsoft.com/office/drawing/2014/main" val="2621971549"/>
                    </a:ext>
                  </a:extLst>
                </a:gridCol>
                <a:gridCol w="979435">
                  <a:extLst>
                    <a:ext uri="{9D8B030D-6E8A-4147-A177-3AD203B41FA5}">
                      <a16:colId xmlns:a16="http://schemas.microsoft.com/office/drawing/2014/main" val="2313005584"/>
                    </a:ext>
                  </a:extLst>
                </a:gridCol>
                <a:gridCol w="1103053">
                  <a:extLst>
                    <a:ext uri="{9D8B030D-6E8A-4147-A177-3AD203B41FA5}">
                      <a16:colId xmlns:a16="http://schemas.microsoft.com/office/drawing/2014/main" val="27145062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Fentex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500247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Estados Unidos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759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Frete e IPI inclusos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3253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54120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28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5544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234285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816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014183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5A389363-1908-064B-0B83-C7BB239D4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906846"/>
              </p:ext>
            </p:extLst>
          </p:nvPr>
        </p:nvGraphicFramePr>
        <p:xfrm>
          <a:off x="471487" y="3087727"/>
          <a:ext cx="5915026" cy="635841"/>
        </p:xfrm>
        <a:graphic>
          <a:graphicData uri="http://schemas.openxmlformats.org/drawingml/2006/table">
            <a:tbl>
              <a:tblPr/>
              <a:tblGrid>
                <a:gridCol w="380230">
                  <a:extLst>
                    <a:ext uri="{9D8B030D-6E8A-4147-A177-3AD203B41FA5}">
                      <a16:colId xmlns:a16="http://schemas.microsoft.com/office/drawing/2014/main" val="3606367519"/>
                    </a:ext>
                  </a:extLst>
                </a:gridCol>
                <a:gridCol w="613274">
                  <a:extLst>
                    <a:ext uri="{9D8B030D-6E8A-4147-A177-3AD203B41FA5}">
                      <a16:colId xmlns:a16="http://schemas.microsoft.com/office/drawing/2014/main" val="873884005"/>
                    </a:ext>
                  </a:extLst>
                </a:gridCol>
                <a:gridCol w="2146458">
                  <a:extLst>
                    <a:ext uri="{9D8B030D-6E8A-4147-A177-3AD203B41FA5}">
                      <a16:colId xmlns:a16="http://schemas.microsoft.com/office/drawing/2014/main" val="2270322031"/>
                    </a:ext>
                  </a:extLst>
                </a:gridCol>
                <a:gridCol w="469154">
                  <a:extLst>
                    <a:ext uri="{9D8B030D-6E8A-4147-A177-3AD203B41FA5}">
                      <a16:colId xmlns:a16="http://schemas.microsoft.com/office/drawing/2014/main" val="2977811999"/>
                    </a:ext>
                  </a:extLst>
                </a:gridCol>
                <a:gridCol w="772725">
                  <a:extLst>
                    <a:ext uri="{9D8B030D-6E8A-4147-A177-3AD203B41FA5}">
                      <a16:colId xmlns:a16="http://schemas.microsoft.com/office/drawing/2014/main" val="3283703822"/>
                    </a:ext>
                  </a:extLst>
                </a:gridCol>
                <a:gridCol w="748194">
                  <a:extLst>
                    <a:ext uri="{9D8B030D-6E8A-4147-A177-3AD203B41FA5}">
                      <a16:colId xmlns:a16="http://schemas.microsoft.com/office/drawing/2014/main" val="1395886445"/>
                    </a:ext>
                  </a:extLst>
                </a:gridCol>
                <a:gridCol w="784991">
                  <a:extLst>
                    <a:ext uri="{9D8B030D-6E8A-4147-A177-3AD203B41FA5}">
                      <a16:colId xmlns:a16="http://schemas.microsoft.com/office/drawing/2014/main" val="2844418527"/>
                    </a:ext>
                  </a:extLst>
                </a:gridCol>
              </a:tblGrid>
              <a:tr h="184078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204" marR="9204" marT="9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CÓDIGO </a:t>
                      </a:r>
                    </a:p>
                  </a:txBody>
                  <a:tcPr marL="9204" marR="9204" marT="9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DESCRITIVO </a:t>
                      </a:r>
                    </a:p>
                  </a:txBody>
                  <a:tcPr marL="9204" marR="9204" marT="9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QUANT</a:t>
                      </a:r>
                    </a:p>
                  </a:txBody>
                  <a:tcPr marL="9204" marR="9204" marT="9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ANVISA</a:t>
                      </a:r>
                    </a:p>
                  </a:txBody>
                  <a:tcPr marL="9204" marR="9204" marT="9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UNITÁRIO</a:t>
                      </a:r>
                    </a:p>
                  </a:txBody>
                  <a:tcPr marL="9204" marR="9204" marT="9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TOTAL</a:t>
                      </a:r>
                    </a:p>
                  </a:txBody>
                  <a:tcPr marL="9204" marR="9204" marT="9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145211"/>
                  </a:ext>
                </a:extLst>
              </a:tr>
              <a:tr h="26768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204" marR="9204" marT="9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FX.16.598</a:t>
                      </a:r>
                    </a:p>
                  </a:txBody>
                  <a:tcPr marL="9204" marR="9204" marT="9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Afastador de Bexiga Millin Completo</a:t>
                      </a:r>
                    </a:p>
                  </a:txBody>
                  <a:tcPr marL="9204" marR="9204" marT="9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204" marR="9204" marT="9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81897710001</a:t>
                      </a:r>
                    </a:p>
                  </a:txBody>
                  <a:tcPr marL="9204" marR="9204" marT="9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R$ 2.714,68 </a:t>
                      </a:r>
                    </a:p>
                  </a:txBody>
                  <a:tcPr marL="9204" marR="9204" marT="9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R$   2.714,68 </a:t>
                      </a:r>
                    </a:p>
                  </a:txBody>
                  <a:tcPr marL="9204" marR="9204" marT="9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914657"/>
                  </a:ext>
                </a:extLst>
              </a:tr>
              <a:tr h="184078">
                <a:tc>
                  <a:txBody>
                    <a:bodyPr/>
                    <a:lstStyle/>
                    <a:p>
                      <a:pPr algn="l" fontAlgn="b"/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04" marR="9204" marT="920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04" marR="9204" marT="920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04" marR="9204" marT="920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204" marR="9204" marT="9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R$   2.714,68 </a:t>
                      </a:r>
                    </a:p>
                  </a:txBody>
                  <a:tcPr marL="9204" marR="9204" marT="9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490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2105</TotalTime>
  <Words>94</Words>
  <Application>Microsoft Office PowerPoint</Application>
  <PresentationFormat>Apresentação na tela (4:3)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Aptos Narrow</vt:lpstr>
      <vt:lpstr>Arial</vt:lpstr>
      <vt:lpstr>Calibri</vt:lpstr>
      <vt:lpstr>Calibri Light</vt:lpstr>
      <vt:lpstr>Georgia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48</cp:revision>
  <cp:lastPrinted>2025-04-29T16:25:06Z</cp:lastPrinted>
  <dcterms:created xsi:type="dcterms:W3CDTF">2022-05-03T17:45:50Z</dcterms:created>
  <dcterms:modified xsi:type="dcterms:W3CDTF">2025-04-29T16:25:27Z</dcterms:modified>
</cp:coreProperties>
</file>