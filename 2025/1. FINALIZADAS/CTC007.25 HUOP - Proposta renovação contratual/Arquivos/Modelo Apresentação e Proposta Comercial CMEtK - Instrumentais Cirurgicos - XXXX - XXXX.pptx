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A8F0E-9E9E-43D8-ADEB-5093DD5F5B2C}" v="20" dt="2025-05-30T12:58:49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716" y="-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  <pc:docChgLst>
    <pc:chgData name="Ana Beatriz" userId="a7750630a386f22a" providerId="LiveId" clId="{801A8F0E-9E9E-43D8-ADEB-5093DD5F5B2C}"/>
    <pc:docChg chg="undo custSel delSld modSld">
      <pc:chgData name="Ana Beatriz" userId="a7750630a386f22a" providerId="LiveId" clId="{801A8F0E-9E9E-43D8-ADEB-5093DD5F5B2C}" dt="2025-05-30T12:58:59.542" v="206" actId="14100"/>
      <pc:docMkLst>
        <pc:docMk/>
      </pc:docMkLst>
      <pc:sldChg chg="modSp mod">
        <pc:chgData name="Ana Beatriz" userId="a7750630a386f22a" providerId="LiveId" clId="{801A8F0E-9E9E-43D8-ADEB-5093DD5F5B2C}" dt="2025-05-30T12:31:15.074" v="29" actId="20577"/>
        <pc:sldMkLst>
          <pc:docMk/>
          <pc:sldMk cId="2944140906" sldId="256"/>
        </pc:sldMkLst>
        <pc:spChg chg="mod">
          <ac:chgData name="Ana Beatriz" userId="a7750630a386f22a" providerId="LiveId" clId="{801A8F0E-9E9E-43D8-ADEB-5093DD5F5B2C}" dt="2025-05-30T12:31:15.074" v="29" actId="20577"/>
          <ac:spMkLst>
            <pc:docMk/>
            <pc:sldMk cId="2944140906" sldId="256"/>
            <ac:spMk id="5" creationId="{D0468AAC-CEC9-610E-95B6-5D31B68E509D}"/>
          </ac:spMkLst>
        </pc:spChg>
        <pc:graphicFrameChg chg="mod modGraphic">
          <ac:chgData name="Ana Beatriz" userId="a7750630a386f22a" providerId="LiveId" clId="{801A8F0E-9E9E-43D8-ADEB-5093DD5F5B2C}" dt="2025-05-30T12:29:17.337" v="15" actId="20577"/>
          <ac:graphicFrameMkLst>
            <pc:docMk/>
            <pc:sldMk cId="2944140906" sldId="256"/>
            <ac:graphicFrameMk id="4" creationId="{66DE0783-3C74-69CB-7973-A2809EC453EC}"/>
          </ac:graphicFrameMkLst>
        </pc:graphicFrameChg>
      </pc:sldChg>
      <pc:sldChg chg="del">
        <pc:chgData name="Ana Beatriz" userId="a7750630a386f22a" providerId="LiveId" clId="{801A8F0E-9E9E-43D8-ADEB-5093DD5F5B2C}" dt="2025-05-30T12:32:36.515" v="32" actId="47"/>
        <pc:sldMkLst>
          <pc:docMk/>
          <pc:sldMk cId="3544619685" sldId="257"/>
        </pc:sldMkLst>
      </pc:sldChg>
      <pc:sldChg chg="del">
        <pc:chgData name="Ana Beatriz" userId="a7750630a386f22a" providerId="LiveId" clId="{801A8F0E-9E9E-43D8-ADEB-5093DD5F5B2C}" dt="2025-05-30T12:32:32.685" v="31" actId="47"/>
        <pc:sldMkLst>
          <pc:docMk/>
          <pc:sldMk cId="0" sldId="261"/>
        </pc:sldMkLst>
      </pc:sldChg>
      <pc:sldChg chg="modSp mod">
        <pc:chgData name="Ana Beatriz" userId="a7750630a386f22a" providerId="LiveId" clId="{801A8F0E-9E9E-43D8-ADEB-5093DD5F5B2C}" dt="2025-05-30T12:58:17.011" v="198" actId="6549"/>
        <pc:sldMkLst>
          <pc:docMk/>
          <pc:sldMk cId="2447238427" sldId="289"/>
        </pc:sldMkLst>
        <pc:spChg chg="mod">
          <ac:chgData name="Ana Beatriz" userId="a7750630a386f22a" providerId="LiveId" clId="{801A8F0E-9E9E-43D8-ADEB-5093DD5F5B2C}" dt="2025-05-30T12:58:17.011" v="198" actId="6549"/>
          <ac:spMkLst>
            <pc:docMk/>
            <pc:sldMk cId="2447238427" sldId="289"/>
            <ac:spMk id="4" creationId="{932608D8-18C0-6B7C-88D0-03DD86B58361}"/>
          </ac:spMkLst>
        </pc:spChg>
      </pc:sldChg>
      <pc:sldChg chg="del">
        <pc:chgData name="Ana Beatriz" userId="a7750630a386f22a" providerId="LiveId" clId="{801A8F0E-9E9E-43D8-ADEB-5093DD5F5B2C}" dt="2025-05-30T12:31:50.475" v="30" actId="47"/>
        <pc:sldMkLst>
          <pc:docMk/>
          <pc:sldMk cId="0" sldId="306"/>
        </pc:sldMkLst>
      </pc:sldChg>
      <pc:sldChg chg="del">
        <pc:chgData name="Ana Beatriz" userId="a7750630a386f22a" providerId="LiveId" clId="{801A8F0E-9E9E-43D8-ADEB-5093DD5F5B2C}" dt="2025-05-30T12:32:39.810" v="33" actId="47"/>
        <pc:sldMkLst>
          <pc:docMk/>
          <pc:sldMk cId="3032921050" sldId="307"/>
        </pc:sldMkLst>
      </pc:sldChg>
      <pc:sldChg chg="del">
        <pc:chgData name="Ana Beatriz" userId="a7750630a386f22a" providerId="LiveId" clId="{801A8F0E-9E9E-43D8-ADEB-5093DD5F5B2C}" dt="2025-05-30T12:32:46.099" v="35" actId="47"/>
        <pc:sldMkLst>
          <pc:docMk/>
          <pc:sldMk cId="2448388709" sldId="313"/>
        </pc:sldMkLst>
      </pc:sldChg>
      <pc:sldChg chg="addSp delSp modSp mod">
        <pc:chgData name="Ana Beatriz" userId="a7750630a386f22a" providerId="LiveId" clId="{801A8F0E-9E9E-43D8-ADEB-5093DD5F5B2C}" dt="2025-05-30T12:58:59.542" v="206" actId="14100"/>
        <pc:sldMkLst>
          <pc:docMk/>
          <pc:sldMk cId="1939817383" sldId="315"/>
        </pc:sldMkLst>
        <pc:graphicFrameChg chg="add del mod modGraphic">
          <ac:chgData name="Ana Beatriz" userId="a7750630a386f22a" providerId="LiveId" clId="{801A8F0E-9E9E-43D8-ADEB-5093DD5F5B2C}" dt="2025-05-30T12:56:34.603" v="171" actId="107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add mod">
          <ac:chgData name="Ana Beatriz" userId="a7750630a386f22a" providerId="LiveId" clId="{801A8F0E-9E9E-43D8-ADEB-5093DD5F5B2C}" dt="2025-05-30T12:33:29.669" v="39"/>
          <ac:graphicFrameMkLst>
            <pc:docMk/>
            <pc:sldMk cId="1939817383" sldId="315"/>
            <ac:graphicFrameMk id="6" creationId="{7E2BAFA8-1974-F3B9-3FEC-CC58C36F49A4}"/>
          </ac:graphicFrameMkLst>
        </pc:graphicFrameChg>
        <pc:graphicFrameChg chg="add del mod modGraphic">
          <ac:chgData name="Ana Beatriz" userId="a7750630a386f22a" providerId="LiveId" clId="{801A8F0E-9E9E-43D8-ADEB-5093DD5F5B2C}" dt="2025-05-30T12:36:06.925" v="129" actId="478"/>
          <ac:graphicFrameMkLst>
            <pc:docMk/>
            <pc:sldMk cId="1939817383" sldId="315"/>
            <ac:graphicFrameMk id="7" creationId="{C9753EAB-E07A-347E-9810-242302441500}"/>
          </ac:graphicFrameMkLst>
        </pc:graphicFrameChg>
        <pc:graphicFrameChg chg="add mod">
          <ac:chgData name="Ana Beatriz" userId="a7750630a386f22a" providerId="LiveId" clId="{801A8F0E-9E9E-43D8-ADEB-5093DD5F5B2C}" dt="2025-05-30T12:38:47.445" v="134"/>
          <ac:graphicFrameMkLst>
            <pc:docMk/>
            <pc:sldMk cId="1939817383" sldId="315"/>
            <ac:graphicFrameMk id="9" creationId="{496CF595-2FF3-B375-5287-A36C9B2748B9}"/>
          </ac:graphicFrameMkLst>
        </pc:graphicFrameChg>
        <pc:graphicFrameChg chg="add del mod modGraphic">
          <ac:chgData name="Ana Beatriz" userId="a7750630a386f22a" providerId="LiveId" clId="{801A8F0E-9E9E-43D8-ADEB-5093DD5F5B2C}" dt="2025-05-30T12:54:29.612" v="143" actId="478"/>
          <ac:graphicFrameMkLst>
            <pc:docMk/>
            <pc:sldMk cId="1939817383" sldId="315"/>
            <ac:graphicFrameMk id="10" creationId="{FABA8A32-94DB-1F1E-52E9-B47BA229C2C2}"/>
          </ac:graphicFrameMkLst>
        </pc:graphicFrameChg>
        <pc:graphicFrameChg chg="add mod">
          <ac:chgData name="Ana Beatriz" userId="a7750630a386f22a" providerId="LiveId" clId="{801A8F0E-9E9E-43D8-ADEB-5093DD5F5B2C}" dt="2025-05-30T12:54:30.292" v="144"/>
          <ac:graphicFrameMkLst>
            <pc:docMk/>
            <pc:sldMk cId="1939817383" sldId="315"/>
            <ac:graphicFrameMk id="11" creationId="{9424EDB0-E8EC-C73F-3F07-E425DA532D67}"/>
          </ac:graphicFrameMkLst>
        </pc:graphicFrameChg>
        <pc:graphicFrameChg chg="add mod modGraphic">
          <ac:chgData name="Ana Beatriz" userId="a7750630a386f22a" providerId="LiveId" clId="{801A8F0E-9E9E-43D8-ADEB-5093DD5F5B2C}" dt="2025-05-30T12:57:19.812" v="195" actId="20577"/>
          <ac:graphicFrameMkLst>
            <pc:docMk/>
            <pc:sldMk cId="1939817383" sldId="315"/>
            <ac:graphicFrameMk id="12" creationId="{272C50CB-3A8F-0A12-CC5A-45CBF60C6115}"/>
          </ac:graphicFrameMkLst>
        </pc:graphicFrameChg>
        <pc:picChg chg="add mod">
          <ac:chgData name="Ana Beatriz" userId="a7750630a386f22a" providerId="LiveId" clId="{801A8F0E-9E9E-43D8-ADEB-5093DD5F5B2C}" dt="2025-05-30T12:58:59.542" v="206" actId="14100"/>
          <ac:picMkLst>
            <pc:docMk/>
            <pc:sldMk cId="1939817383" sldId="315"/>
            <ac:picMk id="14" creationId="{C872D53C-DA8E-8CA6-7717-B7FC07A3D518}"/>
          </ac:picMkLst>
        </pc:picChg>
      </pc:sldChg>
      <pc:sldChg chg="del">
        <pc:chgData name="Ana Beatriz" userId="a7750630a386f22a" providerId="LiveId" clId="{801A8F0E-9E9E-43D8-ADEB-5093DD5F5B2C}" dt="2025-05-30T12:32:44.866" v="34" actId="47"/>
        <pc:sldMkLst>
          <pc:docMk/>
          <pc:sldMk cId="3382507093" sldId="316"/>
        </pc:sldMkLst>
      </pc:sldChg>
      <pc:sldMasterChg chg="delSldLayout">
        <pc:chgData name="Ana Beatriz" userId="a7750630a386f22a" providerId="LiveId" clId="{801A8F0E-9E9E-43D8-ADEB-5093DD5F5B2C}" dt="2025-05-30T12:31:50.475" v="30" actId="47"/>
        <pc:sldMasterMkLst>
          <pc:docMk/>
          <pc:sldMasterMk cId="3944212478" sldId="2147483672"/>
        </pc:sldMasterMkLst>
        <pc:sldLayoutChg chg="del">
          <pc:chgData name="Ana Beatriz" userId="a7750630a386f22a" providerId="LiveId" clId="{801A8F0E-9E9E-43D8-ADEB-5093DD5F5B2C}" dt="2025-05-30T12:31:50.475" v="30" actId="47"/>
          <pc:sldLayoutMkLst>
            <pc:docMk/>
            <pc:sldMasterMk cId="3944212478" sldId="2147483672"/>
            <pc:sldLayoutMk cId="2749417119" sldId="214748368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30/05/2025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Comercial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Locação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6DE0783-3C74-69CB-7973-A2809EC45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834894"/>
              </p:ext>
            </p:extLst>
          </p:nvPr>
        </p:nvGraphicFramePr>
        <p:xfrm>
          <a:off x="816776" y="3032627"/>
          <a:ext cx="5689599" cy="499110"/>
        </p:xfrm>
        <a:graphic>
          <a:graphicData uri="http://schemas.openxmlformats.org/drawingml/2006/table">
            <a:tbl>
              <a:tblPr/>
              <a:tblGrid>
                <a:gridCol w="631025">
                  <a:extLst>
                    <a:ext uri="{9D8B030D-6E8A-4147-A177-3AD203B41FA5}">
                      <a16:colId xmlns:a16="http://schemas.microsoft.com/office/drawing/2014/main" val="1369362487"/>
                    </a:ext>
                  </a:extLst>
                </a:gridCol>
                <a:gridCol w="2974925">
                  <a:extLst>
                    <a:ext uri="{9D8B030D-6E8A-4147-A177-3AD203B41FA5}">
                      <a16:colId xmlns:a16="http://schemas.microsoft.com/office/drawing/2014/main" val="3386952744"/>
                    </a:ext>
                  </a:extLst>
                </a:gridCol>
                <a:gridCol w="979981">
                  <a:extLst>
                    <a:ext uri="{9D8B030D-6E8A-4147-A177-3AD203B41FA5}">
                      <a16:colId xmlns:a16="http://schemas.microsoft.com/office/drawing/2014/main" val="3479446715"/>
                    </a:ext>
                  </a:extLst>
                </a:gridCol>
                <a:gridCol w="1103668">
                  <a:extLst>
                    <a:ext uri="{9D8B030D-6E8A-4147-A177-3AD203B41FA5}">
                      <a16:colId xmlns:a16="http://schemas.microsoft.com/office/drawing/2014/main" val="2889884143"/>
                    </a:ext>
                  </a:extLst>
                </a:gridCol>
              </a:tblGrid>
              <a:tr h="14528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Hospital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Universitario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Oeste Do </a:t>
                      </a:r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Parana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30/05/2025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01351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A/C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Carla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CTC007.25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796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FBB4EB7-ADBA-D43C-CA34-35A70A857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330134"/>
              </p:ext>
            </p:extLst>
          </p:nvPr>
        </p:nvGraphicFramePr>
        <p:xfrm>
          <a:off x="434975" y="5208627"/>
          <a:ext cx="5000624" cy="3784092"/>
        </p:xfrm>
        <a:graphic>
          <a:graphicData uri="http://schemas.openxmlformats.org/drawingml/2006/table">
            <a:tbl>
              <a:tblPr/>
              <a:tblGrid>
                <a:gridCol w="5000624">
                  <a:extLst>
                    <a:ext uri="{9D8B030D-6E8A-4147-A177-3AD203B41FA5}">
                      <a16:colId xmlns:a16="http://schemas.microsoft.com/office/drawing/2014/main" val="3405424218"/>
                    </a:ext>
                  </a:extLst>
                </a:gridCol>
              </a:tblGrid>
              <a:tr h="271711">
                <a:tc>
                  <a:txBody>
                    <a:bodyPr/>
                    <a:lstStyle/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COMERCIAIS: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endParaRPr lang="pt-BR" sz="1400" b="1" i="0" u="sng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Marca: </a:t>
                      </a:r>
                      <a:r>
                        <a:rPr lang="pt-BR" sz="14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Fentex</a:t>
                      </a:r>
                      <a:endParaRPr lang="pt-B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Procedência: Estados Unidos (Frete e IPI inclusos)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Cond. de Pagamento:  Todo 5º dia útil do mês subsequente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Prazo de Entrega: de até 120 dias 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Garantia de 10 anos contra defeito de fabricação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Vigência contratual: 60 meses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r>
                        <a:rPr lang="pt-BR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Validade da Proposta: 90 dias</a:t>
                      </a:r>
                    </a:p>
                    <a:p>
                      <a:pPr algn="l" fontAlgn="b">
                        <a:lnSpc>
                          <a:spcPct val="150000"/>
                        </a:lnSpc>
                      </a:pPr>
                      <a:endParaRPr lang="pt-BR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2600318"/>
                  </a:ext>
                </a:extLst>
              </a:tr>
              <a:tr h="124534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515036"/>
                  </a:ext>
                </a:extLst>
              </a:tr>
              <a:tr h="124534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5149125"/>
                  </a:ext>
                </a:extLst>
              </a:tr>
              <a:tr h="124534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651136"/>
                  </a:ext>
                </a:extLst>
              </a:tr>
            </a:tbl>
          </a:graphicData>
        </a:graphic>
      </p:graphicFrame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32ADB083-2B8C-EFAB-FB51-CCBA3D5B4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2600" y="366621"/>
            <a:ext cx="2160000" cy="585216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272C50CB-3A8F-0A12-CC5A-45CBF60C6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367340"/>
              </p:ext>
            </p:extLst>
          </p:nvPr>
        </p:nvGraphicFramePr>
        <p:xfrm>
          <a:off x="368300" y="2137672"/>
          <a:ext cx="6121400" cy="2296477"/>
        </p:xfrm>
        <a:graphic>
          <a:graphicData uri="http://schemas.openxmlformats.org/drawingml/2006/table">
            <a:tbl>
              <a:tblPr/>
              <a:tblGrid>
                <a:gridCol w="562690">
                  <a:extLst>
                    <a:ext uri="{9D8B030D-6E8A-4147-A177-3AD203B41FA5}">
                      <a16:colId xmlns:a16="http://schemas.microsoft.com/office/drawing/2014/main" val="3126183375"/>
                    </a:ext>
                  </a:extLst>
                </a:gridCol>
                <a:gridCol w="726384">
                  <a:extLst>
                    <a:ext uri="{9D8B030D-6E8A-4147-A177-3AD203B41FA5}">
                      <a16:colId xmlns:a16="http://schemas.microsoft.com/office/drawing/2014/main" val="1992194740"/>
                    </a:ext>
                  </a:extLst>
                </a:gridCol>
                <a:gridCol w="2105087">
                  <a:extLst>
                    <a:ext uri="{9D8B030D-6E8A-4147-A177-3AD203B41FA5}">
                      <a16:colId xmlns:a16="http://schemas.microsoft.com/office/drawing/2014/main" val="1719114602"/>
                    </a:ext>
                  </a:extLst>
                </a:gridCol>
                <a:gridCol w="1218530">
                  <a:extLst>
                    <a:ext uri="{9D8B030D-6E8A-4147-A177-3AD203B41FA5}">
                      <a16:colId xmlns:a16="http://schemas.microsoft.com/office/drawing/2014/main" val="2061273441"/>
                    </a:ext>
                  </a:extLst>
                </a:gridCol>
                <a:gridCol w="1508709">
                  <a:extLst>
                    <a:ext uri="{9D8B030D-6E8A-4147-A177-3AD203B41FA5}">
                      <a16:colId xmlns:a16="http://schemas.microsoft.com/office/drawing/2014/main" val="2835701952"/>
                    </a:ext>
                  </a:extLst>
                </a:gridCol>
              </a:tblGrid>
              <a:tr h="573649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Caixa de Instrumental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mensal un.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 mensal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458461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Caixa Coronaria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4.601,67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13.805,00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10433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Caixa Valvula Cardiaca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3.607,00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10.821,00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818457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Caixa Cardiovascular Delicada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1.724,67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5.174,00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7323"/>
                  </a:ext>
                </a:extLst>
              </a:tr>
              <a:tr h="430707">
                <a:tc>
                  <a:txBody>
                    <a:bodyPr/>
                    <a:lstStyle/>
                    <a:p>
                      <a:pPr algn="l"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29.800,00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418171"/>
                  </a:ext>
                </a:extLst>
              </a:tr>
            </a:tbl>
          </a:graphicData>
        </a:graphic>
      </p:graphicFrame>
      <p:pic>
        <p:nvPicPr>
          <p:cNvPr id="14" name="Imagem 13" descr="Tela de celular com aplicativo aberto&#10;&#10;O conteúdo gerado por IA pode estar incorreto.">
            <a:extLst>
              <a:ext uri="{FF2B5EF4-FFF2-40B4-BE49-F238E27FC236}">
                <a16:creationId xmlns:a16="http://schemas.microsoft.com/office/drawing/2014/main" id="{C872D53C-DA8E-8CA6-7717-B7FC07A3D5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738" y="6959600"/>
            <a:ext cx="2343417" cy="153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6" y="1334548"/>
            <a:ext cx="5757076" cy="709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1400" dirty="0">
              <a:solidFill>
                <a:srgbClr val="00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3" name="Imagem 2" descr="Logotipo&#10;&#10;Descrição gerada automaticamente">
            <a:extLst>
              <a:ext uri="{FF2B5EF4-FFF2-40B4-BE49-F238E27FC236}">
                <a16:creationId xmlns:a16="http://schemas.microsoft.com/office/drawing/2014/main" id="{33D49135-114B-A151-9964-F7AFE8580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638" y="348443"/>
            <a:ext cx="2160000" cy="585216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2167</TotalTime>
  <Words>348</Words>
  <Application>Microsoft Office PowerPoint</Application>
  <PresentationFormat>Apresentação na tela (4:3)</PresentationFormat>
  <Paragraphs>82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50</cp:revision>
  <dcterms:created xsi:type="dcterms:W3CDTF">2022-05-03T17:45:50Z</dcterms:created>
  <dcterms:modified xsi:type="dcterms:W3CDTF">2025-05-30T12:59:05Z</dcterms:modified>
</cp:coreProperties>
</file>