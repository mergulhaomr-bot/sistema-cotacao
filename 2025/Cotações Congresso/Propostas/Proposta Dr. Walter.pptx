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100" d="100"/>
          <a:sy n="100" d="100"/>
        </p:scale>
        <p:origin x="1176" y="-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227147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Walter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C84A025-F903-3E4D-FDC3-DF50865D1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383824"/>
              </p:ext>
            </p:extLst>
          </p:nvPr>
        </p:nvGraphicFramePr>
        <p:xfrm>
          <a:off x="314777" y="2049503"/>
          <a:ext cx="6419851" cy="1581179"/>
        </p:xfrm>
        <a:graphic>
          <a:graphicData uri="http://schemas.openxmlformats.org/drawingml/2006/table">
            <a:tbl>
              <a:tblPr/>
              <a:tblGrid>
                <a:gridCol w="454480">
                  <a:extLst>
                    <a:ext uri="{9D8B030D-6E8A-4147-A177-3AD203B41FA5}">
                      <a16:colId xmlns:a16="http://schemas.microsoft.com/office/drawing/2014/main" val="3673005377"/>
                    </a:ext>
                  </a:extLst>
                </a:gridCol>
                <a:gridCol w="449943">
                  <a:extLst>
                    <a:ext uri="{9D8B030D-6E8A-4147-A177-3AD203B41FA5}">
                      <a16:colId xmlns:a16="http://schemas.microsoft.com/office/drawing/2014/main" val="2527007536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val="458868955"/>
                    </a:ext>
                  </a:extLst>
                </a:gridCol>
                <a:gridCol w="1248229">
                  <a:extLst>
                    <a:ext uri="{9D8B030D-6E8A-4147-A177-3AD203B41FA5}">
                      <a16:colId xmlns:a16="http://schemas.microsoft.com/office/drawing/2014/main" val="1286423349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1160090353"/>
                    </a:ext>
                  </a:extLst>
                </a:gridCol>
              </a:tblGrid>
              <a:tr h="30919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015869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Gancho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Chopper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Chang, em Titânio, duplo, de um lado, ponta angulada em 90º para cima com terminal em oliva, e do outro, angulada em 90º com extremidade pontiaguda, cabo redondo, 13cm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2.323,04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2.323,04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010182"/>
                  </a:ext>
                </a:extLst>
              </a:tr>
              <a:tr h="348062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2.323,04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565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2170</TotalTime>
  <Words>331</Words>
  <Application>Microsoft Office PowerPoint</Application>
  <PresentationFormat>Apresentação na tela (4:3)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68</cp:revision>
  <dcterms:created xsi:type="dcterms:W3CDTF">2022-05-03T17:45:50Z</dcterms:created>
  <dcterms:modified xsi:type="dcterms:W3CDTF">2025-06-11T15:24:17Z</dcterms:modified>
</cp:coreProperties>
</file>