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100" d="100"/>
          <a:sy n="100" d="100"/>
        </p:scale>
        <p:origin x="1176" y="-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727484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João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</a:t>
                      </a: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.37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2171</TotalTime>
  <Words>267</Words>
  <Application>Microsoft Office PowerPoint</Application>
  <PresentationFormat>Apresentação na tela (4:3)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70</cp:revision>
  <dcterms:created xsi:type="dcterms:W3CDTF">2022-05-03T17:45:50Z</dcterms:created>
  <dcterms:modified xsi:type="dcterms:W3CDTF">2025-06-04T14:34:17Z</dcterms:modified>
</cp:coreProperties>
</file>