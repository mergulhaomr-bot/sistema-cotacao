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69" autoAdjust="0"/>
  </p:normalViewPr>
  <p:slideViewPr>
    <p:cSldViewPr snapToGrid="0">
      <p:cViewPr>
        <p:scale>
          <a:sx n="66" d="100"/>
          <a:sy n="66" d="100"/>
        </p:scale>
        <p:origin x="1920" y="-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559193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André de Castro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EE1851F-3225-D020-3B46-43C2487CE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838011"/>
              </p:ext>
            </p:extLst>
          </p:nvPr>
        </p:nvGraphicFramePr>
        <p:xfrm>
          <a:off x="358322" y="1775082"/>
          <a:ext cx="6347278" cy="1376144"/>
        </p:xfrm>
        <a:graphic>
          <a:graphicData uri="http://schemas.openxmlformats.org/drawingml/2006/table">
            <a:tbl>
              <a:tblPr/>
              <a:tblGrid>
                <a:gridCol w="439964">
                  <a:extLst>
                    <a:ext uri="{9D8B030D-6E8A-4147-A177-3AD203B41FA5}">
                      <a16:colId xmlns:a16="http://schemas.microsoft.com/office/drawing/2014/main" val="1056628146"/>
                    </a:ext>
                  </a:extLst>
                </a:gridCol>
                <a:gridCol w="464457">
                  <a:extLst>
                    <a:ext uri="{9D8B030D-6E8A-4147-A177-3AD203B41FA5}">
                      <a16:colId xmlns:a16="http://schemas.microsoft.com/office/drawing/2014/main" val="3667620274"/>
                    </a:ext>
                  </a:extLst>
                </a:gridCol>
                <a:gridCol w="2815771">
                  <a:extLst>
                    <a:ext uri="{9D8B030D-6E8A-4147-A177-3AD203B41FA5}">
                      <a16:colId xmlns:a16="http://schemas.microsoft.com/office/drawing/2014/main" val="1926380785"/>
                    </a:ext>
                  </a:extLst>
                </a:gridCol>
                <a:gridCol w="1233715">
                  <a:extLst>
                    <a:ext uri="{9D8B030D-6E8A-4147-A177-3AD203B41FA5}">
                      <a16:colId xmlns:a16="http://schemas.microsoft.com/office/drawing/2014/main" val="1152261324"/>
                    </a:ext>
                  </a:extLst>
                </a:gridCol>
                <a:gridCol w="1393371">
                  <a:extLst>
                    <a:ext uri="{9D8B030D-6E8A-4147-A177-3AD203B41FA5}">
                      <a16:colId xmlns:a16="http://schemas.microsoft.com/office/drawing/2014/main" val="198144869"/>
                    </a:ext>
                  </a:extLst>
                </a:gridCol>
              </a:tblGrid>
              <a:tr h="31439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60356"/>
                  </a:ext>
                </a:extLst>
              </a:tr>
              <a:tr h="35391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74008"/>
                  </a:ext>
                </a:extLst>
              </a:tr>
              <a:tr h="35391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4.877,12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4.877,12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535166"/>
                  </a:ext>
                </a:extLst>
              </a:tr>
              <a:tr h="353917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13.850,30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740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2168</TotalTime>
  <Words>303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64</cp:revision>
  <dcterms:created xsi:type="dcterms:W3CDTF">2022-05-03T17:45:50Z</dcterms:created>
  <dcterms:modified xsi:type="dcterms:W3CDTF">2025-06-04T13:47:37Z</dcterms:modified>
</cp:coreProperties>
</file>