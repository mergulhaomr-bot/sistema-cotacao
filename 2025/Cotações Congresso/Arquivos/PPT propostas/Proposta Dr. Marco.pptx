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316549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Marco Borges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9254952-B991-9364-A335-D32F03FE7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203360"/>
              </p:ext>
            </p:extLst>
          </p:nvPr>
        </p:nvGraphicFramePr>
        <p:xfrm>
          <a:off x="228599" y="1988923"/>
          <a:ext cx="6276974" cy="1458733"/>
        </p:xfrm>
        <a:graphic>
          <a:graphicData uri="http://schemas.openxmlformats.org/drawingml/2006/table">
            <a:tbl>
              <a:tblPr/>
              <a:tblGrid>
                <a:gridCol w="381001">
                  <a:extLst>
                    <a:ext uri="{9D8B030D-6E8A-4147-A177-3AD203B41FA5}">
                      <a16:colId xmlns:a16="http://schemas.microsoft.com/office/drawing/2014/main" val="1233456753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537577970"/>
                    </a:ext>
                  </a:extLst>
                </a:gridCol>
                <a:gridCol w="3115828">
                  <a:extLst>
                    <a:ext uri="{9D8B030D-6E8A-4147-A177-3AD203B41FA5}">
                      <a16:colId xmlns:a16="http://schemas.microsoft.com/office/drawing/2014/main" val="1629319419"/>
                    </a:ext>
                  </a:extLst>
                </a:gridCol>
                <a:gridCol w="1083567">
                  <a:extLst>
                    <a:ext uri="{9D8B030D-6E8A-4147-A177-3AD203B41FA5}">
                      <a16:colId xmlns:a16="http://schemas.microsoft.com/office/drawing/2014/main" val="3505077843"/>
                    </a:ext>
                  </a:extLst>
                </a:gridCol>
                <a:gridCol w="1220328">
                  <a:extLst>
                    <a:ext uri="{9D8B030D-6E8A-4147-A177-3AD203B41FA5}">
                      <a16:colId xmlns:a16="http://schemas.microsoft.com/office/drawing/2014/main" val="426231616"/>
                    </a:ext>
                  </a:extLst>
                </a:gridCol>
              </a:tblGrid>
              <a:tr h="29567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147893"/>
                  </a:ext>
                </a:extLst>
              </a:tr>
              <a:tr h="30581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Pinças de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Capsulorrexe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Coaxiais, anguladas, em Titânio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6.502,83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6.502,83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97781"/>
                  </a:ext>
                </a:extLst>
              </a:tr>
              <a:tr h="30581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Micro Tesoura Stern-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Gills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em Titânio, lâminas anguladas, muito finas com 10mm de extensão e pontiagudas, cabos planos, 8.5cm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3.082,91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3.082,91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214671"/>
                  </a:ext>
                </a:extLst>
              </a:tr>
              <a:tr h="305810"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9.585,73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920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2172</TotalTime>
  <Words>336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67</cp:revision>
  <dcterms:created xsi:type="dcterms:W3CDTF">2022-05-03T17:45:50Z</dcterms:created>
  <dcterms:modified xsi:type="dcterms:W3CDTF">2025-06-11T15:21:40Z</dcterms:modified>
</cp:coreProperties>
</file>