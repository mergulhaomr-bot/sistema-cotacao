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489098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Jânio Carneiro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C92D5DB-3234-C39D-143C-B2050827A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960623"/>
              </p:ext>
            </p:extLst>
          </p:nvPr>
        </p:nvGraphicFramePr>
        <p:xfrm>
          <a:off x="271234" y="2004697"/>
          <a:ext cx="6332765" cy="1839776"/>
        </p:xfrm>
        <a:graphic>
          <a:graphicData uri="http://schemas.openxmlformats.org/drawingml/2006/table">
            <a:tbl>
              <a:tblPr/>
              <a:tblGrid>
                <a:gridCol w="381909">
                  <a:extLst>
                    <a:ext uri="{9D8B030D-6E8A-4147-A177-3AD203B41FA5}">
                      <a16:colId xmlns:a16="http://schemas.microsoft.com/office/drawing/2014/main" val="2917453701"/>
                    </a:ext>
                  </a:extLst>
                </a:gridCol>
                <a:gridCol w="464457">
                  <a:extLst>
                    <a:ext uri="{9D8B030D-6E8A-4147-A177-3AD203B41FA5}">
                      <a16:colId xmlns:a16="http://schemas.microsoft.com/office/drawing/2014/main" val="1231900274"/>
                    </a:ext>
                  </a:extLst>
                </a:gridCol>
                <a:gridCol w="2830286">
                  <a:extLst>
                    <a:ext uri="{9D8B030D-6E8A-4147-A177-3AD203B41FA5}">
                      <a16:colId xmlns:a16="http://schemas.microsoft.com/office/drawing/2014/main" val="382810901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822062677"/>
                    </a:ext>
                  </a:extLst>
                </a:gridCol>
                <a:gridCol w="1393370">
                  <a:extLst>
                    <a:ext uri="{9D8B030D-6E8A-4147-A177-3AD203B41FA5}">
                      <a16:colId xmlns:a16="http://schemas.microsoft.com/office/drawing/2014/main" val="1759565552"/>
                    </a:ext>
                  </a:extLst>
                </a:gridCol>
              </a:tblGrid>
              <a:tr h="34481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360612"/>
                  </a:ext>
                </a:extLst>
              </a:tr>
              <a:tr h="38815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Micro porta Agulha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Barraquer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para fios de sutura de calibre 8.0 a 11.0mm, pontas curvas, muito finas com dimensões de 0.4mm de largura x 9mm de extensão, cabos redondos, sem travas, com 12.5cm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2.990,71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2.990,71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32419"/>
                  </a:ext>
                </a:extLst>
              </a:tr>
              <a:tr h="388159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2.990,71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274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2169</TotalTime>
  <Words>332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66</cp:revision>
  <dcterms:created xsi:type="dcterms:W3CDTF">2022-05-03T17:45:50Z</dcterms:created>
  <dcterms:modified xsi:type="dcterms:W3CDTF">2025-06-11T15:03:37Z</dcterms:modified>
</cp:coreProperties>
</file>