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963330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André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BD88835-34B9-B8AF-4524-DD6E1E7B4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73898"/>
              </p:ext>
            </p:extLst>
          </p:nvPr>
        </p:nvGraphicFramePr>
        <p:xfrm>
          <a:off x="349251" y="1922564"/>
          <a:ext cx="6280150" cy="1440017"/>
        </p:xfrm>
        <a:graphic>
          <a:graphicData uri="http://schemas.openxmlformats.org/drawingml/2006/table">
            <a:tbl>
              <a:tblPr/>
              <a:tblGrid>
                <a:gridCol w="578897">
                  <a:extLst>
                    <a:ext uri="{9D8B030D-6E8A-4147-A177-3AD203B41FA5}">
                      <a16:colId xmlns:a16="http://schemas.microsoft.com/office/drawing/2014/main" val="119229969"/>
                    </a:ext>
                  </a:extLst>
                </a:gridCol>
                <a:gridCol w="743794">
                  <a:extLst>
                    <a:ext uri="{9D8B030D-6E8A-4147-A177-3AD203B41FA5}">
                      <a16:colId xmlns:a16="http://schemas.microsoft.com/office/drawing/2014/main" val="3796806999"/>
                    </a:ext>
                  </a:extLst>
                </a:gridCol>
                <a:gridCol w="2652399">
                  <a:extLst>
                    <a:ext uri="{9D8B030D-6E8A-4147-A177-3AD203B41FA5}">
                      <a16:colId xmlns:a16="http://schemas.microsoft.com/office/drawing/2014/main" val="3125627535"/>
                    </a:ext>
                  </a:extLst>
                </a:gridCol>
                <a:gridCol w="1084115">
                  <a:extLst>
                    <a:ext uri="{9D8B030D-6E8A-4147-A177-3AD203B41FA5}">
                      <a16:colId xmlns:a16="http://schemas.microsoft.com/office/drawing/2014/main" val="4128972940"/>
                    </a:ext>
                  </a:extLst>
                </a:gridCol>
                <a:gridCol w="1220945">
                  <a:extLst>
                    <a:ext uri="{9D8B030D-6E8A-4147-A177-3AD203B41FA5}">
                      <a16:colId xmlns:a16="http://schemas.microsoft.com/office/drawing/2014/main" val="1720446881"/>
                    </a:ext>
                  </a:extLst>
                </a:gridCol>
              </a:tblGrid>
              <a:tr h="3534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4969"/>
                  </a:ext>
                </a:extLst>
              </a:tr>
              <a:tr h="7210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modelo Crocodilo para Retina, pontas retas, muito finas e serrilhadas com 4mm de extensão,  diâmetro de 20 Gauge (0.9mm)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2.539,24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2.539,24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965694"/>
                  </a:ext>
                </a:extLst>
              </a:tr>
              <a:tr h="365558"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2.539,24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47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</TotalTime>
  <Words>315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65</cp:revision>
  <dcterms:created xsi:type="dcterms:W3CDTF">2022-05-03T17:45:50Z</dcterms:created>
  <dcterms:modified xsi:type="dcterms:W3CDTF">2025-06-11T14:56:33Z</dcterms:modified>
</cp:coreProperties>
</file>