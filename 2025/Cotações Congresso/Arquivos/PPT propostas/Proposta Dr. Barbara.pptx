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67135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Dra. Barbara Rebeschini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30/05/2025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1BC1A74-61A1-8C7E-E725-370EE80F7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960491"/>
              </p:ext>
            </p:extLst>
          </p:nvPr>
        </p:nvGraphicFramePr>
        <p:xfrm>
          <a:off x="238125" y="2203075"/>
          <a:ext cx="6381750" cy="1285618"/>
        </p:xfrm>
        <a:graphic>
          <a:graphicData uri="http://schemas.openxmlformats.org/drawingml/2006/table">
            <a:tbl>
              <a:tblPr/>
              <a:tblGrid>
                <a:gridCol w="588262">
                  <a:extLst>
                    <a:ext uri="{9D8B030D-6E8A-4147-A177-3AD203B41FA5}">
                      <a16:colId xmlns:a16="http://schemas.microsoft.com/office/drawing/2014/main" val="323102430"/>
                    </a:ext>
                  </a:extLst>
                </a:gridCol>
                <a:gridCol w="522988">
                  <a:extLst>
                    <a:ext uri="{9D8B030D-6E8A-4147-A177-3AD203B41FA5}">
                      <a16:colId xmlns:a16="http://schemas.microsoft.com/office/drawing/2014/main" val="4087054005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35675551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598266659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884126426"/>
                    </a:ext>
                  </a:extLst>
                </a:gridCol>
              </a:tblGrid>
              <a:tr h="40931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Caixa de Instrumental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77589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Tesouras de Olho  retas/afiadas 11c, de Titânio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1.185,90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1.185,90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4957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Tesouras Gills-Vannas retas/afiadas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2.554,08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2.554,08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446748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3.739,97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36315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2155</TotalTime>
  <Words>317</Words>
  <Application>Microsoft Office PowerPoint</Application>
  <PresentationFormat>Apresentação na tela (4:3)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55</cp:revision>
  <dcterms:created xsi:type="dcterms:W3CDTF">2022-05-03T17:45:50Z</dcterms:created>
  <dcterms:modified xsi:type="dcterms:W3CDTF">2025-05-30T14:31:17Z</dcterms:modified>
</cp:coreProperties>
</file>