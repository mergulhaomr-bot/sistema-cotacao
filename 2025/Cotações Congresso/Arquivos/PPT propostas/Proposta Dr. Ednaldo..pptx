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6/3/2025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03/06/2025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595976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Ednaldo Rocha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A0FE1B5-D25A-8310-11F5-9F20BF584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92917"/>
              </p:ext>
            </p:extLst>
          </p:nvPr>
        </p:nvGraphicFramePr>
        <p:xfrm>
          <a:off x="476250" y="2038452"/>
          <a:ext cx="6038850" cy="1690625"/>
        </p:xfrm>
        <a:graphic>
          <a:graphicData uri="http://schemas.openxmlformats.org/drawingml/2006/table">
            <a:tbl>
              <a:tblPr/>
              <a:tblGrid>
                <a:gridCol w="463550">
                  <a:extLst>
                    <a:ext uri="{9D8B030D-6E8A-4147-A177-3AD203B41FA5}">
                      <a16:colId xmlns:a16="http://schemas.microsoft.com/office/drawing/2014/main" val="6936441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8491944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83798951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54304151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040461204"/>
                    </a:ext>
                  </a:extLst>
                </a:gridCol>
              </a:tblGrid>
              <a:tr h="3452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070106"/>
                  </a:ext>
                </a:extLst>
              </a:tr>
              <a:tr h="95677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Chopper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Combo, parte funcional reta com dupla articulação, lâminas aguda/romba, abertura máxima de 2.8mm, hastes com cabos redondos, 12cm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637369"/>
                  </a:ext>
                </a:extLst>
              </a:tr>
              <a:tr h="388627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64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2164</TotalTime>
  <Words>320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57</cp:revision>
  <dcterms:created xsi:type="dcterms:W3CDTF">2022-05-03T17:45:50Z</dcterms:created>
  <dcterms:modified xsi:type="dcterms:W3CDTF">2025-06-03T22:18:01Z</dcterms:modified>
</cp:coreProperties>
</file>