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89675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Fernando Cunha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31E1644-0D04-3F50-A688-ADFB7C687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289731"/>
              </p:ext>
            </p:extLst>
          </p:nvPr>
        </p:nvGraphicFramePr>
        <p:xfrm>
          <a:off x="509587" y="2135227"/>
          <a:ext cx="5838825" cy="1040562"/>
        </p:xfrm>
        <a:graphic>
          <a:graphicData uri="http://schemas.openxmlformats.org/drawingml/2006/table">
            <a:tbl>
              <a:tblPr/>
              <a:tblGrid>
                <a:gridCol w="419101">
                  <a:extLst>
                    <a:ext uri="{9D8B030D-6E8A-4147-A177-3AD203B41FA5}">
                      <a16:colId xmlns:a16="http://schemas.microsoft.com/office/drawing/2014/main" val="105579104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68955510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20435418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546616517"/>
                    </a:ext>
                  </a:extLst>
                </a:gridCol>
                <a:gridCol w="1343024">
                  <a:extLst>
                    <a:ext uri="{9D8B030D-6E8A-4147-A177-3AD203B41FA5}">
                      <a16:colId xmlns:a16="http://schemas.microsoft.com/office/drawing/2014/main" val="3569442117"/>
                    </a:ext>
                  </a:extLst>
                </a:gridCol>
              </a:tblGrid>
              <a:tr h="31296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012268"/>
                  </a:ext>
                </a:extLst>
              </a:tr>
              <a:tr h="35231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Polidor de Cápsulas Jensen 23G, pontas ásperas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334,89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   334,89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7686"/>
                  </a:ext>
                </a:extLst>
              </a:tr>
              <a:tr h="352311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   334,89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89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Words>298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58</cp:revision>
  <dcterms:created xsi:type="dcterms:W3CDTF">2022-05-03T17:45:50Z</dcterms:created>
  <dcterms:modified xsi:type="dcterms:W3CDTF">2025-05-30T18:02:20Z</dcterms:modified>
</cp:coreProperties>
</file>