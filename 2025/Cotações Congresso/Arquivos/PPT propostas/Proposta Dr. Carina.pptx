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75" d="100"/>
          <a:sy n="75" d="100"/>
        </p:scale>
        <p:origin x="1716" y="-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04/06/2025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832877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Dra. Carina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04/06/2025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9D578FDD-7345-62C6-7AFD-5FD193DBD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274625"/>
              </p:ext>
            </p:extLst>
          </p:nvPr>
        </p:nvGraphicFramePr>
        <p:xfrm>
          <a:off x="311150" y="1913612"/>
          <a:ext cx="6394451" cy="1898015"/>
        </p:xfrm>
        <a:graphic>
          <a:graphicData uri="http://schemas.openxmlformats.org/drawingml/2006/table">
            <a:tbl>
              <a:tblPr/>
              <a:tblGrid>
                <a:gridCol w="425450">
                  <a:extLst>
                    <a:ext uri="{9D8B030D-6E8A-4147-A177-3AD203B41FA5}">
                      <a16:colId xmlns:a16="http://schemas.microsoft.com/office/drawing/2014/main" val="3241170229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66593720"/>
                    </a:ext>
                  </a:extLst>
                </a:gridCol>
                <a:gridCol w="2908300">
                  <a:extLst>
                    <a:ext uri="{9D8B030D-6E8A-4147-A177-3AD203B41FA5}">
                      <a16:colId xmlns:a16="http://schemas.microsoft.com/office/drawing/2014/main" val="1817672427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3844834876"/>
                    </a:ext>
                  </a:extLst>
                </a:gridCol>
                <a:gridCol w="1358901">
                  <a:extLst>
                    <a:ext uri="{9D8B030D-6E8A-4147-A177-3AD203B41FA5}">
                      <a16:colId xmlns:a16="http://schemas.microsoft.com/office/drawing/2014/main" val="3957734628"/>
                    </a:ext>
                  </a:extLst>
                </a:gridCol>
              </a:tblGrid>
              <a:tr h="34853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736102"/>
                  </a:ext>
                </a:extLst>
              </a:tr>
              <a:tr h="115713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Gancho Lester para girar lente, angulado, ponta angulada com extremidade em formato de ampulheta, dimensões de: 10mm de extensão e 0,2mm de diâmetro, 12cm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1.338,51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1.338,51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009820"/>
                  </a:ext>
                </a:extLst>
              </a:tr>
              <a:tr h="392349"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1.338,51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389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2165</TotalTime>
  <Words>320</Words>
  <Application>Microsoft Office PowerPoint</Application>
  <PresentationFormat>Apresentação na tela (4:3)</PresentationFormat>
  <Paragraphs>73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59</cp:revision>
  <dcterms:created xsi:type="dcterms:W3CDTF">2022-05-03T17:45:50Z</dcterms:created>
  <dcterms:modified xsi:type="dcterms:W3CDTF">2025-06-04T13:01:36Z</dcterms:modified>
</cp:coreProperties>
</file>