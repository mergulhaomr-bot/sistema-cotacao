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3AE6-1D9C-4C1D-B7D5-AB750326F9E7}" v="5" dt="2025-05-07T14:22:0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69" autoAdjust="0"/>
  </p:normalViewPr>
  <p:slideViewPr>
    <p:cSldViewPr snapToGrid="0">
      <p:cViewPr>
        <p:scale>
          <a:sx n="100" d="100"/>
          <a:sy n="100" d="100"/>
        </p:scale>
        <p:origin x="1176" y="-2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">
          <ac:chgData name="Ana Beatriz" userId="a7750630a386f22a" providerId="LiveId" clId="{E66C3AE6-1D9C-4C1D-B7D5-AB750326F9E7}" dt="2025-05-07T13:58:52.854" v="2"/>
          <ac:graphicFrameMkLst>
            <pc:docMk/>
            <pc:sldMk cId="2944140906" sldId="256"/>
            <ac:graphicFrameMk id="3" creationId="{397CA1DB-5B3D-D94C-CE08-FA65BBE05BCB}"/>
          </ac:graphicFrameMkLst>
        </pc:graphicFrame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  <pc:graphicFrameChg chg="del modGraphic">
          <ac:chgData name="Ana Beatriz" userId="a7750630a386f22a" providerId="LiveId" clId="{E66C3AE6-1D9C-4C1D-B7D5-AB750326F9E7}" dt="2025-05-07T13:58:52.183" v="1" actId="478"/>
          <ac:graphicFrameMkLst>
            <pc:docMk/>
            <pc:sldMk cId="2944140906" sldId="256"/>
            <ac:graphicFrameMk id="6" creationId="{2F7F2851-9FEE-3364-EC45-9FB5973DC0C7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  <pc:spChg chg="mod">
          <ac:chgData name="Ana Beatriz" userId="a7750630a386f22a" providerId="LiveId" clId="{E66C3AE6-1D9C-4C1D-B7D5-AB750326F9E7}" dt="2025-05-07T14:01:00.064" v="13" actId="13926"/>
          <ac:spMkLst>
            <pc:docMk/>
            <pc:sldMk cId="2448388709" sldId="313"/>
            <ac:spMk id="3" creationId="{EFA9DA42-7F13-B93E-85D6-F04D2D96267A}"/>
          </ac:spMkLst>
        </pc:spChg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del">
          <ac:chgData name="Ana Beatriz" userId="a7750630a386f22a" providerId="LiveId" clId="{E66C3AE6-1D9C-4C1D-B7D5-AB750326F9E7}" dt="2025-05-07T13:59:45.842" v="8" actId="478"/>
          <ac:graphicFrameMkLst>
            <pc:docMk/>
            <pc:sldMk cId="1939817383" sldId="315"/>
            <ac:graphicFrameMk id="6" creationId="{A0BBBF81-E67D-1426-2ED6-9B7FB42B4F10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  <pc:spChg chg="add mod">
          <ac:chgData name="Ana Beatriz" userId="a7750630a386f22a" providerId="LiveId" clId="{E66C3AE6-1D9C-4C1D-B7D5-AB750326F9E7}" dt="2025-05-07T14:25:14.787" v="123" actId="13926"/>
          <ac:spMkLst>
            <pc:docMk/>
            <pc:sldMk cId="3382507093" sldId="316"/>
            <ac:spMk id="4" creationId="{309FEC44-6793-A346-C8E0-DED7559E5656}"/>
          </ac:spMkLst>
        </pc:spChg>
        <pc:spChg chg="del">
          <ac:chgData name="Ana Beatriz" userId="a7750630a386f22a" providerId="LiveId" clId="{E66C3AE6-1D9C-4C1D-B7D5-AB750326F9E7}" dt="2025-05-07T14:00:30.263" v="11" actId="478"/>
          <ac:spMkLst>
            <pc:docMk/>
            <pc:sldMk cId="3382507093" sldId="316"/>
            <ac:spMk id="8" creationId="{0C93E4CF-9FC8-9266-61B1-6AEF40524F70}"/>
          </ac:spMkLst>
        </pc:spChg>
        <pc:graphicFrameChg chg="del">
          <ac:chgData name="Ana Beatriz" userId="a7750630a386f22a" providerId="LiveId" clId="{E66C3AE6-1D9C-4C1D-B7D5-AB750326F9E7}" dt="2025-05-07T14:00:52.072" v="12" actId="478"/>
          <ac:graphicFrameMkLst>
            <pc:docMk/>
            <pc:sldMk cId="3382507093" sldId="316"/>
            <ac:graphicFrameMk id="4" creationId="{485CDCEB-8A90-2F84-5C07-41AF166FF332}"/>
          </ac:graphicFrameMkLst>
        </pc:graphicFrameChg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6/4/2025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Comercial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3E8402-0F66-DE22-4CC6-41A278F3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635040"/>
              </p:ext>
            </p:extLst>
          </p:nvPr>
        </p:nvGraphicFramePr>
        <p:xfrm>
          <a:off x="823125" y="2874804"/>
          <a:ext cx="5676901" cy="557530"/>
        </p:xfrm>
        <a:graphic>
          <a:graphicData uri="http://schemas.openxmlformats.org/drawingml/2006/table">
            <a:tbl>
              <a:tblPr/>
              <a:tblGrid>
                <a:gridCol w="905482">
                  <a:extLst>
                    <a:ext uri="{9D8B030D-6E8A-4147-A177-3AD203B41FA5}">
                      <a16:colId xmlns:a16="http://schemas.microsoft.com/office/drawing/2014/main" val="4274466697"/>
                    </a:ext>
                  </a:extLst>
                </a:gridCol>
                <a:gridCol w="2839920">
                  <a:extLst>
                    <a:ext uri="{9D8B030D-6E8A-4147-A177-3AD203B41FA5}">
                      <a16:colId xmlns:a16="http://schemas.microsoft.com/office/drawing/2014/main" val="3749365480"/>
                    </a:ext>
                  </a:extLst>
                </a:gridCol>
                <a:gridCol w="908422">
                  <a:extLst>
                    <a:ext uri="{9D8B030D-6E8A-4147-A177-3AD203B41FA5}">
                      <a16:colId xmlns:a16="http://schemas.microsoft.com/office/drawing/2014/main" val="571982150"/>
                    </a:ext>
                  </a:extLst>
                </a:gridCol>
                <a:gridCol w="1023077">
                  <a:extLst>
                    <a:ext uri="{9D8B030D-6E8A-4147-A177-3AD203B41FA5}">
                      <a16:colId xmlns:a16="http://schemas.microsoft.com/office/drawing/2014/main" val="3590849060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Dr. Cristiano Tony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04/06/2025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79847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Congresso.32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73303"/>
                  </a:ext>
                </a:extLst>
              </a:tr>
            </a:tbl>
          </a:graphicData>
        </a:graphic>
      </p:graphicFrame>
      <p:pic>
        <p:nvPicPr>
          <p:cNvPr id="3" name="image3.png">
            <a:extLst>
              <a:ext uri="{FF2B5EF4-FFF2-40B4-BE49-F238E27FC236}">
                <a16:creationId xmlns:a16="http://schemas.microsoft.com/office/drawing/2014/main" id="{3E28635B-D17B-7FCC-2645-4696421F58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8797956"/>
            <a:ext cx="6858000" cy="3460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D5900C0-B604-C9E5-C534-829912A50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05890"/>
              </p:ext>
            </p:extLst>
          </p:nvPr>
        </p:nvGraphicFramePr>
        <p:xfrm>
          <a:off x="559593" y="4805148"/>
          <a:ext cx="5738813" cy="1792605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558652569"/>
                    </a:ext>
                  </a:extLst>
                </a:gridCol>
                <a:gridCol w="973932">
                  <a:extLst>
                    <a:ext uri="{9D8B030D-6E8A-4147-A177-3AD203B41FA5}">
                      <a16:colId xmlns:a16="http://schemas.microsoft.com/office/drawing/2014/main" val="2633022676"/>
                    </a:ext>
                  </a:extLst>
                </a:gridCol>
                <a:gridCol w="2155031">
                  <a:extLst>
                    <a:ext uri="{9D8B030D-6E8A-4147-A177-3AD203B41FA5}">
                      <a16:colId xmlns:a16="http://schemas.microsoft.com/office/drawing/2014/main" val="141926167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392268339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4310532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971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102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6768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Alemanha (Frete e IPI inclusos)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139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4546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Validade da Proposta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9408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vista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92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636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47233"/>
                  </a:ext>
                </a:extLst>
              </a:tr>
            </a:tbl>
          </a:graphicData>
        </a:graphic>
      </p:graphicFrame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97EAF30-79AA-B7CC-BFEC-F8BF3CA4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53" y="7176028"/>
            <a:ext cx="2362530" cy="1505160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39399ED1-E1F3-8BF1-99E7-EF1B853795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908310"/>
              </p:ext>
            </p:extLst>
          </p:nvPr>
        </p:nvGraphicFramePr>
        <p:xfrm>
          <a:off x="276225" y="2009142"/>
          <a:ext cx="6248400" cy="1193326"/>
        </p:xfrm>
        <a:graphic>
          <a:graphicData uri="http://schemas.openxmlformats.org/drawingml/2006/table">
            <a:tbl>
              <a:tblPr/>
              <a:tblGrid>
                <a:gridCol w="575970">
                  <a:extLst>
                    <a:ext uri="{9D8B030D-6E8A-4147-A177-3AD203B41FA5}">
                      <a16:colId xmlns:a16="http://schemas.microsoft.com/office/drawing/2014/main" val="3465139582"/>
                    </a:ext>
                  </a:extLst>
                </a:gridCol>
                <a:gridCol w="509880">
                  <a:extLst>
                    <a:ext uri="{9D8B030D-6E8A-4147-A177-3AD203B41FA5}">
                      <a16:colId xmlns:a16="http://schemas.microsoft.com/office/drawing/2014/main" val="3552511818"/>
                    </a:ext>
                  </a:extLst>
                </a:gridCol>
                <a:gridCol w="2869143">
                  <a:extLst>
                    <a:ext uri="{9D8B030D-6E8A-4147-A177-3AD203B41FA5}">
                      <a16:colId xmlns:a16="http://schemas.microsoft.com/office/drawing/2014/main" val="3812788622"/>
                    </a:ext>
                  </a:extLst>
                </a:gridCol>
                <a:gridCol w="1078635">
                  <a:extLst>
                    <a:ext uri="{9D8B030D-6E8A-4147-A177-3AD203B41FA5}">
                      <a16:colId xmlns:a16="http://schemas.microsoft.com/office/drawing/2014/main" val="3351971467"/>
                    </a:ext>
                  </a:extLst>
                </a:gridCol>
                <a:gridCol w="1214772">
                  <a:extLst>
                    <a:ext uri="{9D8B030D-6E8A-4147-A177-3AD203B41FA5}">
                      <a16:colId xmlns:a16="http://schemas.microsoft.com/office/drawing/2014/main" val="3547065368"/>
                    </a:ext>
                  </a:extLst>
                </a:gridCol>
              </a:tblGrid>
              <a:tr h="30926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Unitário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708130"/>
                  </a:ext>
                </a:extLst>
              </a:tr>
              <a:tr h="70689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Pinça Pre Chopper Combo, parte funcional reta com dula articulação, lâminas aguda/romba, abertura máxima de 2.8mm, hastes com cabos redondos, 12cm de comprimento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5.097,32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5.097,32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520057"/>
                  </a:ext>
                </a:extLst>
              </a:tr>
              <a:tr h="176724">
                <a:tc>
                  <a:txBody>
                    <a:bodyPr/>
                    <a:lstStyle/>
                    <a:p>
                      <a:pPr algn="ctr" fontAlgn="ctr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5.097,32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296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5" y="1334548"/>
            <a:ext cx="592692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2165</TotalTime>
  <Words>320</Words>
  <Application>Microsoft Office PowerPoint</Application>
  <PresentationFormat>Apresentação na tela (4:3)</PresentationFormat>
  <Paragraphs>73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60</cp:revision>
  <dcterms:created xsi:type="dcterms:W3CDTF">2022-05-03T17:45:50Z</dcterms:created>
  <dcterms:modified xsi:type="dcterms:W3CDTF">2025-06-04T14:03:25Z</dcterms:modified>
</cp:coreProperties>
</file>