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857998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José Augusto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959C88A-0A63-84CE-E915-267E6C8FF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185870"/>
              </p:ext>
            </p:extLst>
          </p:nvPr>
        </p:nvGraphicFramePr>
        <p:xfrm>
          <a:off x="285750" y="1678943"/>
          <a:ext cx="6343649" cy="2662552"/>
        </p:xfrm>
        <a:graphic>
          <a:graphicData uri="http://schemas.openxmlformats.org/drawingml/2006/table">
            <a:tbl>
              <a:tblPr/>
              <a:tblGrid>
                <a:gridCol w="390525">
                  <a:extLst>
                    <a:ext uri="{9D8B030D-6E8A-4147-A177-3AD203B41FA5}">
                      <a16:colId xmlns:a16="http://schemas.microsoft.com/office/drawing/2014/main" val="52667117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904958950"/>
                    </a:ext>
                  </a:extLst>
                </a:gridCol>
                <a:gridCol w="2943225">
                  <a:extLst>
                    <a:ext uri="{9D8B030D-6E8A-4147-A177-3AD203B41FA5}">
                      <a16:colId xmlns:a16="http://schemas.microsoft.com/office/drawing/2014/main" val="1268259273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47959016"/>
                    </a:ext>
                  </a:extLst>
                </a:gridCol>
                <a:gridCol w="1381124">
                  <a:extLst>
                    <a:ext uri="{9D8B030D-6E8A-4147-A177-3AD203B41FA5}">
                      <a16:colId xmlns:a16="http://schemas.microsoft.com/office/drawing/2014/main" val="2190129278"/>
                    </a:ext>
                  </a:extLst>
                </a:gridCol>
              </a:tblGrid>
              <a:tr h="41633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568138"/>
                  </a:ext>
                </a:extLst>
              </a:tr>
              <a:tr h="46867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Bisturi para Córnea, lâmina em diamante, corte vertical com borda angulada em 45º, cabo com mecanismo de micrômetro ajustável a cada 10.0micron até 3.0mm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33.533,64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33.533,64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798841"/>
                  </a:ext>
                </a:extLst>
              </a:tr>
              <a:tr h="10364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cabo de bisturi de diamante para queratotomia, em Titânio, lâmina modelo Thornton para incisões arqueadas, angulada em 15º  com dimensões de 1mm x 0,10mm, e 6mm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38.243,32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38.243,32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312514"/>
                  </a:ext>
                </a:extLst>
              </a:tr>
              <a:tr h="468677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71.776,96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686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</TotalTime>
  <Words>361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59</cp:revision>
  <dcterms:created xsi:type="dcterms:W3CDTF">2022-05-03T17:45:50Z</dcterms:created>
  <dcterms:modified xsi:type="dcterms:W3CDTF">2025-06-11T14:16:59Z</dcterms:modified>
</cp:coreProperties>
</file>