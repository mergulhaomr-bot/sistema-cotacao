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6"/>
  </p:notesMasterIdLst>
  <p:sldIdLst>
    <p:sldId id="256" r:id="rId2"/>
    <p:sldId id="315" r:id="rId3"/>
    <p:sldId id="289" r:id="rId4"/>
    <p:sldId id="262" r:id="rId5"/>
  </p:sldIdLst>
  <p:sldSz cx="6858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6C3AE6-1D9C-4C1D-B7D5-AB750326F9E7}" v="5" dt="2025-05-07T14:22:03.4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969" autoAdjust="0"/>
  </p:normalViewPr>
  <p:slideViewPr>
    <p:cSldViewPr snapToGrid="0">
      <p:cViewPr>
        <p:scale>
          <a:sx n="75" d="100"/>
          <a:sy n="75" d="100"/>
        </p:scale>
        <p:origin x="1716" y="-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 Beatriz" userId="a7750630a386f22a" providerId="LiveId" clId="{E66C3AE6-1D9C-4C1D-B7D5-AB750326F9E7}"/>
    <pc:docChg chg="custSel addSld modSld">
      <pc:chgData name="Ana Beatriz" userId="a7750630a386f22a" providerId="LiveId" clId="{E66C3AE6-1D9C-4C1D-B7D5-AB750326F9E7}" dt="2025-05-07T14:25:14.787" v="123" actId="13926"/>
      <pc:docMkLst>
        <pc:docMk/>
      </pc:docMkLst>
      <pc:sldChg chg="addSp delSp modSp mod">
        <pc:chgData name="Ana Beatriz" userId="a7750630a386f22a" providerId="LiveId" clId="{E66C3AE6-1D9C-4C1D-B7D5-AB750326F9E7}" dt="2025-05-07T13:59:24.762" v="7" actId="1076"/>
        <pc:sldMkLst>
          <pc:docMk/>
          <pc:sldMk cId="2944140906" sldId="256"/>
        </pc:sldMkLst>
        <pc:spChg chg="mod">
          <ac:chgData name="Ana Beatriz" userId="a7750630a386f22a" providerId="LiveId" clId="{E66C3AE6-1D9C-4C1D-B7D5-AB750326F9E7}" dt="2025-05-07T13:59:24.762" v="7" actId="1076"/>
          <ac:spMkLst>
            <pc:docMk/>
            <pc:sldMk cId="2944140906" sldId="256"/>
            <ac:spMk id="5" creationId="{D0468AAC-CEC9-610E-95B6-5D31B68E509D}"/>
          </ac:spMkLst>
        </pc:spChg>
        <pc:graphicFrameChg chg="add mod">
          <ac:chgData name="Ana Beatriz" userId="a7750630a386f22a" providerId="LiveId" clId="{E66C3AE6-1D9C-4C1D-B7D5-AB750326F9E7}" dt="2025-05-07T13:58:52.854" v="2"/>
          <ac:graphicFrameMkLst>
            <pc:docMk/>
            <pc:sldMk cId="2944140906" sldId="256"/>
            <ac:graphicFrameMk id="3" creationId="{397CA1DB-5B3D-D94C-CE08-FA65BBE05BCB}"/>
          </ac:graphicFrameMkLst>
        </pc:graphicFrameChg>
        <pc:graphicFrameChg chg="add mod modGraphic">
          <ac:chgData name="Ana Beatriz" userId="a7750630a386f22a" providerId="LiveId" clId="{E66C3AE6-1D9C-4C1D-B7D5-AB750326F9E7}" dt="2025-05-07T13:59:05.482" v="6" actId="14734"/>
          <ac:graphicFrameMkLst>
            <pc:docMk/>
            <pc:sldMk cId="2944140906" sldId="256"/>
            <ac:graphicFrameMk id="4" creationId="{66DE0783-3C74-69CB-7973-A2809EC453EC}"/>
          </ac:graphicFrameMkLst>
        </pc:graphicFrameChg>
        <pc:graphicFrameChg chg="del modGraphic">
          <ac:chgData name="Ana Beatriz" userId="a7750630a386f22a" providerId="LiveId" clId="{E66C3AE6-1D9C-4C1D-B7D5-AB750326F9E7}" dt="2025-05-07T13:58:52.183" v="1" actId="478"/>
          <ac:graphicFrameMkLst>
            <pc:docMk/>
            <pc:sldMk cId="2944140906" sldId="256"/>
            <ac:graphicFrameMk id="6" creationId="{2F7F2851-9FEE-3364-EC45-9FB5973DC0C7}"/>
          </ac:graphicFrameMkLst>
        </pc:graphicFrameChg>
      </pc:sldChg>
      <pc:sldChg chg="modSp mod">
        <pc:chgData name="Ana Beatriz" userId="a7750630a386f22a" providerId="LiveId" clId="{E66C3AE6-1D9C-4C1D-B7D5-AB750326F9E7}" dt="2025-05-07T14:01:00.064" v="13" actId="13926"/>
        <pc:sldMkLst>
          <pc:docMk/>
          <pc:sldMk cId="2448388709" sldId="313"/>
        </pc:sldMkLst>
        <pc:spChg chg="mod">
          <ac:chgData name="Ana Beatriz" userId="a7750630a386f22a" providerId="LiveId" clId="{E66C3AE6-1D9C-4C1D-B7D5-AB750326F9E7}" dt="2025-05-07T14:01:00.064" v="13" actId="13926"/>
          <ac:spMkLst>
            <pc:docMk/>
            <pc:sldMk cId="2448388709" sldId="313"/>
            <ac:spMk id="3" creationId="{EFA9DA42-7F13-B93E-85D6-F04D2D96267A}"/>
          </ac:spMkLst>
        </pc:spChg>
      </pc:sldChg>
      <pc:sldChg chg="delSp modSp mod">
        <pc:chgData name="Ana Beatriz" userId="a7750630a386f22a" providerId="LiveId" clId="{E66C3AE6-1D9C-4C1D-B7D5-AB750326F9E7}" dt="2025-05-07T13:59:54.268" v="9" actId="13926"/>
        <pc:sldMkLst>
          <pc:docMk/>
          <pc:sldMk cId="1939817383" sldId="315"/>
        </pc:sldMkLst>
        <pc:graphicFrameChg chg="modGraphic">
          <ac:chgData name="Ana Beatriz" userId="a7750630a386f22a" providerId="LiveId" clId="{E66C3AE6-1D9C-4C1D-B7D5-AB750326F9E7}" dt="2025-05-07T13:59:54.268" v="9" actId="13926"/>
          <ac:graphicFrameMkLst>
            <pc:docMk/>
            <pc:sldMk cId="1939817383" sldId="315"/>
            <ac:graphicFrameMk id="4" creationId="{9FBB4EB7-ADBA-D43C-CA34-35A70A85706A}"/>
          </ac:graphicFrameMkLst>
        </pc:graphicFrameChg>
        <pc:graphicFrameChg chg="del">
          <ac:chgData name="Ana Beatriz" userId="a7750630a386f22a" providerId="LiveId" clId="{E66C3AE6-1D9C-4C1D-B7D5-AB750326F9E7}" dt="2025-05-07T13:59:45.842" v="8" actId="478"/>
          <ac:graphicFrameMkLst>
            <pc:docMk/>
            <pc:sldMk cId="1939817383" sldId="315"/>
            <ac:graphicFrameMk id="6" creationId="{A0BBBF81-E67D-1426-2ED6-9B7FB42B4F10}"/>
          </ac:graphicFrameMkLst>
        </pc:graphicFrameChg>
      </pc:sldChg>
      <pc:sldChg chg="addSp delSp modSp add mod">
        <pc:chgData name="Ana Beatriz" userId="a7750630a386f22a" providerId="LiveId" clId="{E66C3AE6-1D9C-4C1D-B7D5-AB750326F9E7}" dt="2025-05-07T14:25:14.787" v="123" actId="13926"/>
        <pc:sldMkLst>
          <pc:docMk/>
          <pc:sldMk cId="3382507093" sldId="316"/>
        </pc:sldMkLst>
        <pc:spChg chg="add mod">
          <ac:chgData name="Ana Beatriz" userId="a7750630a386f22a" providerId="LiveId" clId="{E66C3AE6-1D9C-4C1D-B7D5-AB750326F9E7}" dt="2025-05-07T14:25:14.787" v="123" actId="13926"/>
          <ac:spMkLst>
            <pc:docMk/>
            <pc:sldMk cId="3382507093" sldId="316"/>
            <ac:spMk id="4" creationId="{309FEC44-6793-A346-C8E0-DED7559E5656}"/>
          </ac:spMkLst>
        </pc:spChg>
        <pc:spChg chg="del">
          <ac:chgData name="Ana Beatriz" userId="a7750630a386f22a" providerId="LiveId" clId="{E66C3AE6-1D9C-4C1D-B7D5-AB750326F9E7}" dt="2025-05-07T14:00:30.263" v="11" actId="478"/>
          <ac:spMkLst>
            <pc:docMk/>
            <pc:sldMk cId="3382507093" sldId="316"/>
            <ac:spMk id="8" creationId="{0C93E4CF-9FC8-9266-61B1-6AEF40524F70}"/>
          </ac:spMkLst>
        </pc:spChg>
        <pc:graphicFrameChg chg="del">
          <ac:chgData name="Ana Beatriz" userId="a7750630a386f22a" providerId="LiveId" clId="{E66C3AE6-1D9C-4C1D-B7D5-AB750326F9E7}" dt="2025-05-07T14:00:52.072" v="12" actId="478"/>
          <ac:graphicFrameMkLst>
            <pc:docMk/>
            <pc:sldMk cId="3382507093" sldId="316"/>
            <ac:graphicFrameMk id="4" creationId="{485CDCEB-8A90-2F84-5C07-41AF166FF332}"/>
          </ac:graphicFrameMkLst>
        </pc:graphicFrameChg>
      </pc:sldChg>
    </pc:docChg>
  </pc:docChgLst>
  <pc:docChgLst>
    <pc:chgData name="Daniel Signorini" userId="4086204261aaf0ba" providerId="LiveId" clId="{4175787E-865C-433A-8E46-80C0250E131D}"/>
    <pc:docChg chg="modSld">
      <pc:chgData name="Daniel Signorini" userId="4086204261aaf0ba" providerId="LiveId" clId="{4175787E-865C-433A-8E46-80C0250E131D}" dt="2024-12-02T11:46:43.645" v="1" actId="1076"/>
      <pc:docMkLst>
        <pc:docMk/>
      </pc:docMkLst>
      <pc:sldChg chg="modSp mod">
        <pc:chgData name="Daniel Signorini" userId="4086204261aaf0ba" providerId="LiveId" clId="{4175787E-865C-433A-8E46-80C0250E131D}" dt="2024-12-02T11:46:43.645" v="1" actId="1076"/>
        <pc:sldMkLst>
          <pc:docMk/>
          <pc:sldMk cId="1939817383" sldId="31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B1BFD2-9B82-4156-AE06-36FBAF2ED452}" type="datetimeFigureOut">
              <a:rPr lang="en-US" smtClean="0"/>
              <a:t>6/11/2025</a:t>
            </a:fld>
            <a:endParaRPr lang="en-US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738FBC-B5C1-431F-956D-D2BAFAB520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3371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F2D10-50EE-49FF-8680-718002F63338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309759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03829-2238-4887-BCFD-0D50F2824321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09259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FAE68-A92B-4D31-8D57-706B4A0DDE04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16893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891AD-6E1F-47DF-B2F1-019D66AFF5FF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92007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1164F-6475-4BB7-8618-36AFAB3034D9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868790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EA2EA-C67B-44EE-BE0E-D6268B1E0E79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15730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A43B1-AE20-41CF-B980-5D67F0CC38C7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09890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E320F-4AA3-427B-9539-C496CDF11A18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15112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t-BR" dirty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F1DE5-AD1C-4C81-BFA7-F85C5E5C4B3E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33428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4E4E7-40EB-4915-ABFA-3748EA1EBDBF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94109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275CA-9737-4AED-B1B1-CB9A29E7644C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00494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126171-8E94-4D4A-85EE-0F13324B1A24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44212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mailto:mmergulhao@cmetk.com.br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mailto:camila@cmetk.com.br" TargetMode="External"/><Relationship Id="rId4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D0468AAC-CEC9-610E-95B6-5D31B68E509D}"/>
              </a:ext>
            </a:extLst>
          </p:cNvPr>
          <p:cNvSpPr txBox="1"/>
          <p:nvPr/>
        </p:nvSpPr>
        <p:spPr>
          <a:xfrm>
            <a:off x="208720" y="4438650"/>
            <a:ext cx="6440557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Instrumental </a:t>
            </a:r>
            <a:r>
              <a:rPr lang="pt-BR" sz="2800" kern="1200" dirty="0"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Cirúrgico</a:t>
            </a:r>
          </a:p>
          <a:p>
            <a:pPr algn="ctr"/>
            <a:endParaRPr lang="pt-BR" sz="2800" kern="1200" dirty="0">
              <a:solidFill>
                <a:schemeClr val="tx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2500" dirty="0" err="1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Proposta</a:t>
            </a:r>
            <a:r>
              <a:rPr lang="en-US" sz="25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Comercial</a:t>
            </a:r>
            <a:endParaRPr lang="pt-BR" sz="2500" dirty="0">
              <a:solidFill>
                <a:schemeClr val="tx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D6B46852-B687-FF06-18C8-2F34DE538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03729" y="8475136"/>
            <a:ext cx="3315694" cy="907403"/>
          </a:xfrm>
        </p:spPr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231D10DD-2DB2-8A39-566F-130DFB859A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45975" y="346043"/>
            <a:ext cx="2766049" cy="1210075"/>
          </a:xfrm>
          <a:prstGeom prst="rect">
            <a:avLst/>
          </a:prstGeom>
        </p:spPr>
      </p:pic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413E8402-0F66-DE22-4CC6-41A278F392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8756219"/>
              </p:ext>
            </p:extLst>
          </p:nvPr>
        </p:nvGraphicFramePr>
        <p:xfrm>
          <a:off x="823125" y="2874804"/>
          <a:ext cx="5676901" cy="557530"/>
        </p:xfrm>
        <a:graphic>
          <a:graphicData uri="http://schemas.openxmlformats.org/drawingml/2006/table">
            <a:tbl>
              <a:tblPr/>
              <a:tblGrid>
                <a:gridCol w="905482">
                  <a:extLst>
                    <a:ext uri="{9D8B030D-6E8A-4147-A177-3AD203B41FA5}">
                      <a16:colId xmlns:a16="http://schemas.microsoft.com/office/drawing/2014/main" val="4274466697"/>
                    </a:ext>
                  </a:extLst>
                </a:gridCol>
                <a:gridCol w="2839920">
                  <a:extLst>
                    <a:ext uri="{9D8B030D-6E8A-4147-A177-3AD203B41FA5}">
                      <a16:colId xmlns:a16="http://schemas.microsoft.com/office/drawing/2014/main" val="3749365480"/>
                    </a:ext>
                  </a:extLst>
                </a:gridCol>
                <a:gridCol w="908422">
                  <a:extLst>
                    <a:ext uri="{9D8B030D-6E8A-4147-A177-3AD203B41FA5}">
                      <a16:colId xmlns:a16="http://schemas.microsoft.com/office/drawing/2014/main" val="571982150"/>
                    </a:ext>
                  </a:extLst>
                </a:gridCol>
                <a:gridCol w="1023077">
                  <a:extLst>
                    <a:ext uri="{9D8B030D-6E8A-4147-A177-3AD203B41FA5}">
                      <a16:colId xmlns:a16="http://schemas.microsoft.com/office/drawing/2014/main" val="3590849060"/>
                    </a:ext>
                  </a:extLst>
                </a:gridCol>
              </a:tblGrid>
              <a:tr h="281305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Cliente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Dr. Alexandre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Data: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11/06/2025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4779847"/>
                  </a:ext>
                </a:extLst>
              </a:tr>
              <a:tr h="276225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Numero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Congresso.22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9273303"/>
                  </a:ext>
                </a:extLst>
              </a:tr>
            </a:tbl>
          </a:graphicData>
        </a:graphic>
      </p:graphicFrame>
      <p:pic>
        <p:nvPicPr>
          <p:cNvPr id="3" name="image3.png">
            <a:extLst>
              <a:ext uri="{FF2B5EF4-FFF2-40B4-BE49-F238E27FC236}">
                <a16:creationId xmlns:a16="http://schemas.microsoft.com/office/drawing/2014/main" id="{3E28635B-D17B-7FCC-2645-4696421F5870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0" y="8797956"/>
            <a:ext cx="6858000" cy="346043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29441409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D9941-6129-D067-575F-D5C0D42CE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Imagem 118">
            <a:extLst>
              <a:ext uri="{FF2B5EF4-FFF2-40B4-BE49-F238E27FC236}">
                <a16:creationId xmlns:a16="http://schemas.microsoft.com/office/drawing/2014/main" id="{29046485-26A3-53D7-3278-8D1DC9A60A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0" name="Imagem 119">
            <a:extLst>
              <a:ext uri="{FF2B5EF4-FFF2-40B4-BE49-F238E27FC236}">
                <a16:creationId xmlns:a16="http://schemas.microsoft.com/office/drawing/2014/main" id="{E7A4A95A-B23A-6242-E20C-23BF2C1D94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1" name="Imagem 120">
            <a:extLst>
              <a:ext uri="{FF2B5EF4-FFF2-40B4-BE49-F238E27FC236}">
                <a16:creationId xmlns:a16="http://schemas.microsoft.com/office/drawing/2014/main" id="{77E0FF3A-4168-195D-A66B-5C75B794FA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" name="Imagem 121">
            <a:extLst>
              <a:ext uri="{FF2B5EF4-FFF2-40B4-BE49-F238E27FC236}">
                <a16:creationId xmlns:a16="http://schemas.microsoft.com/office/drawing/2014/main" id="{CF172708-08CF-07AE-DE87-E1AFEAC1EA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3" name="Imagem 122">
            <a:extLst>
              <a:ext uri="{FF2B5EF4-FFF2-40B4-BE49-F238E27FC236}">
                <a16:creationId xmlns:a16="http://schemas.microsoft.com/office/drawing/2014/main" id="{B5239875-4A57-6FE3-ABEB-7CEEAC022C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4" name="Imagem 123">
            <a:extLst>
              <a:ext uri="{FF2B5EF4-FFF2-40B4-BE49-F238E27FC236}">
                <a16:creationId xmlns:a16="http://schemas.microsoft.com/office/drawing/2014/main" id="{516693EC-1B5A-FE49-C819-7B9E39F4D0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" name="Imagem 124">
            <a:extLst>
              <a:ext uri="{FF2B5EF4-FFF2-40B4-BE49-F238E27FC236}">
                <a16:creationId xmlns:a16="http://schemas.microsoft.com/office/drawing/2014/main" id="{8637D0B2-9B33-D0B0-3DD2-78DAE0D5A7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6" name="Imagem 125">
            <a:extLst>
              <a:ext uri="{FF2B5EF4-FFF2-40B4-BE49-F238E27FC236}">
                <a16:creationId xmlns:a16="http://schemas.microsoft.com/office/drawing/2014/main" id="{3496D20C-71EA-226A-8BA5-FF1B6EF8FB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7" name="Imagem 126">
            <a:extLst>
              <a:ext uri="{FF2B5EF4-FFF2-40B4-BE49-F238E27FC236}">
                <a16:creationId xmlns:a16="http://schemas.microsoft.com/office/drawing/2014/main" id="{7AC5D7A6-4743-21FD-F36D-105B114C70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8" name="Imagem 127">
            <a:extLst>
              <a:ext uri="{FF2B5EF4-FFF2-40B4-BE49-F238E27FC236}">
                <a16:creationId xmlns:a16="http://schemas.microsoft.com/office/drawing/2014/main" id="{3B267ADC-1EC8-0758-97BE-89345BAC3B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8353182" y="6693908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9" name="Imagem 128">
            <a:extLst>
              <a:ext uri="{FF2B5EF4-FFF2-40B4-BE49-F238E27FC236}">
                <a16:creationId xmlns:a16="http://schemas.microsoft.com/office/drawing/2014/main" id="{3F6C0AEB-E26E-AA16-775C-F15E84AEA8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0" name="Imagem 129">
            <a:extLst>
              <a:ext uri="{FF2B5EF4-FFF2-40B4-BE49-F238E27FC236}">
                <a16:creationId xmlns:a16="http://schemas.microsoft.com/office/drawing/2014/main" id="{7240F90F-876C-BAC0-6274-0450F6D5C4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1" name="Imagem 130">
            <a:extLst>
              <a:ext uri="{FF2B5EF4-FFF2-40B4-BE49-F238E27FC236}">
                <a16:creationId xmlns:a16="http://schemas.microsoft.com/office/drawing/2014/main" id="{87282E21-7AB1-5780-9345-216689DDFF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2" name="Imagem 131">
            <a:extLst>
              <a:ext uri="{FF2B5EF4-FFF2-40B4-BE49-F238E27FC236}">
                <a16:creationId xmlns:a16="http://schemas.microsoft.com/office/drawing/2014/main" id="{F9D7C6A6-3DE4-4FE3-DC2E-BEEDE4EC61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" name="Imagem 132">
            <a:extLst>
              <a:ext uri="{FF2B5EF4-FFF2-40B4-BE49-F238E27FC236}">
                <a16:creationId xmlns:a16="http://schemas.microsoft.com/office/drawing/2014/main" id="{1B9BC6FE-25F1-E82E-7225-2FFF671CE1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4" name="Imagem 133">
            <a:extLst>
              <a:ext uri="{FF2B5EF4-FFF2-40B4-BE49-F238E27FC236}">
                <a16:creationId xmlns:a16="http://schemas.microsoft.com/office/drawing/2014/main" id="{5C4A1DBA-310C-9483-DAEC-093643345E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54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5" name="Imagem 134">
            <a:extLst>
              <a:ext uri="{FF2B5EF4-FFF2-40B4-BE49-F238E27FC236}">
                <a16:creationId xmlns:a16="http://schemas.microsoft.com/office/drawing/2014/main" id="{BA3CDB57-FE29-5DC7-2A9B-DC0BBD6313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266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6" name="Imagem 135">
            <a:extLst>
              <a:ext uri="{FF2B5EF4-FFF2-40B4-BE49-F238E27FC236}">
                <a16:creationId xmlns:a16="http://schemas.microsoft.com/office/drawing/2014/main" id="{E2D6EB7C-CCB5-9044-2E72-D6A91B1280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679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7" name="Imagem 136">
            <a:extLst>
              <a:ext uri="{FF2B5EF4-FFF2-40B4-BE49-F238E27FC236}">
                <a16:creationId xmlns:a16="http://schemas.microsoft.com/office/drawing/2014/main" id="{33C65ED0-4BE2-47E2-ACBF-4E380E891E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092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8" name="Imagem 137">
            <a:extLst>
              <a:ext uri="{FF2B5EF4-FFF2-40B4-BE49-F238E27FC236}">
                <a16:creationId xmlns:a16="http://schemas.microsoft.com/office/drawing/2014/main" id="{335460BE-5F9D-5245-659F-43EFC3F3B3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69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9" name="Imagem 138">
            <a:extLst>
              <a:ext uri="{FF2B5EF4-FFF2-40B4-BE49-F238E27FC236}">
                <a16:creationId xmlns:a16="http://schemas.microsoft.com/office/drawing/2014/main" id="{C0EC2427-8BA7-8526-8362-5B6A88ADC8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298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0" name="Imagem 139">
            <a:extLst>
              <a:ext uri="{FF2B5EF4-FFF2-40B4-BE49-F238E27FC236}">
                <a16:creationId xmlns:a16="http://schemas.microsoft.com/office/drawing/2014/main" id="{E3C59603-BB9F-DC3F-86C0-D38E45E99B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1" name="Imagem 140">
            <a:extLst>
              <a:ext uri="{FF2B5EF4-FFF2-40B4-BE49-F238E27FC236}">
                <a16:creationId xmlns:a16="http://schemas.microsoft.com/office/drawing/2014/main" id="{AE1E3882-8BB8-59A9-5343-FB07E12E47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2" name="Imagem 141">
            <a:extLst>
              <a:ext uri="{FF2B5EF4-FFF2-40B4-BE49-F238E27FC236}">
                <a16:creationId xmlns:a16="http://schemas.microsoft.com/office/drawing/2014/main" id="{85C49510-C31D-D410-3857-68A0A0DA75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05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" name="Imagem 142">
            <a:extLst>
              <a:ext uri="{FF2B5EF4-FFF2-40B4-BE49-F238E27FC236}">
                <a16:creationId xmlns:a16="http://schemas.microsoft.com/office/drawing/2014/main" id="{50EFC239-5D5D-876B-AF6F-AF1032A454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299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4" name="Imagem 143">
            <a:extLst>
              <a:ext uri="{FF2B5EF4-FFF2-40B4-BE49-F238E27FC236}">
                <a16:creationId xmlns:a16="http://schemas.microsoft.com/office/drawing/2014/main" id="{583ADEAE-B8E8-9DC6-6E91-011296F1CE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02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5" name="Imagem 144">
            <a:extLst>
              <a:ext uri="{FF2B5EF4-FFF2-40B4-BE49-F238E27FC236}">
                <a16:creationId xmlns:a16="http://schemas.microsoft.com/office/drawing/2014/main" id="{06DE1570-BADE-78A8-7F0A-0C2F9BA013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0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6" name="Imagem 145">
            <a:extLst>
              <a:ext uri="{FF2B5EF4-FFF2-40B4-BE49-F238E27FC236}">
                <a16:creationId xmlns:a16="http://schemas.microsoft.com/office/drawing/2014/main" id="{E43C7B3E-496F-FBE9-40DF-B781BD38D5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0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7" name="Imagem 146">
            <a:extLst>
              <a:ext uri="{FF2B5EF4-FFF2-40B4-BE49-F238E27FC236}">
                <a16:creationId xmlns:a16="http://schemas.microsoft.com/office/drawing/2014/main" id="{FB48C71B-5A11-A05F-C752-50F4368D1C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299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8" name="Imagem 147">
            <a:extLst>
              <a:ext uri="{FF2B5EF4-FFF2-40B4-BE49-F238E27FC236}">
                <a16:creationId xmlns:a16="http://schemas.microsoft.com/office/drawing/2014/main" id="{6ACCAF61-E90E-BE8C-063D-5CC1A94154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299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9" name="Imagem 148">
            <a:extLst>
              <a:ext uri="{FF2B5EF4-FFF2-40B4-BE49-F238E27FC236}">
                <a16:creationId xmlns:a16="http://schemas.microsoft.com/office/drawing/2014/main" id="{81D12350-8D54-4285-D45C-C82C6C6292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1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0" name="Imagem 149">
            <a:extLst>
              <a:ext uri="{FF2B5EF4-FFF2-40B4-BE49-F238E27FC236}">
                <a16:creationId xmlns:a16="http://schemas.microsoft.com/office/drawing/2014/main" id="{E93D9EDC-DDF8-D0E7-6189-6236277E7B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24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1" name="Imagem 150">
            <a:extLst>
              <a:ext uri="{FF2B5EF4-FFF2-40B4-BE49-F238E27FC236}">
                <a16:creationId xmlns:a16="http://schemas.microsoft.com/office/drawing/2014/main" id="{0E3E29FC-9B7C-E326-81E3-4D4AA78C9B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31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2" name="Imagem 151">
            <a:extLst>
              <a:ext uri="{FF2B5EF4-FFF2-40B4-BE49-F238E27FC236}">
                <a16:creationId xmlns:a16="http://schemas.microsoft.com/office/drawing/2014/main" id="{CF0FA890-85A8-7F51-3820-D0364B4D36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44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" name="Imagem 152">
            <a:extLst>
              <a:ext uri="{FF2B5EF4-FFF2-40B4-BE49-F238E27FC236}">
                <a16:creationId xmlns:a16="http://schemas.microsoft.com/office/drawing/2014/main" id="{D2765F03-B672-3C7D-33E0-69E98876DD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56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4" name="Imagem 153">
            <a:extLst>
              <a:ext uri="{FF2B5EF4-FFF2-40B4-BE49-F238E27FC236}">
                <a16:creationId xmlns:a16="http://schemas.microsoft.com/office/drawing/2014/main" id="{28F909B8-0FCF-BF59-9407-EB64A62AED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50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5" name="Imagem 154">
            <a:extLst>
              <a:ext uri="{FF2B5EF4-FFF2-40B4-BE49-F238E27FC236}">
                <a16:creationId xmlns:a16="http://schemas.microsoft.com/office/drawing/2014/main" id="{A0ED6880-70B0-5E43-2C21-DBDBDE3A2C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44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6" name="Imagem 155">
            <a:extLst>
              <a:ext uri="{FF2B5EF4-FFF2-40B4-BE49-F238E27FC236}">
                <a16:creationId xmlns:a16="http://schemas.microsoft.com/office/drawing/2014/main" id="{39800477-FE61-F0F6-9808-B79942EFEB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38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7" name="Imagem 156">
            <a:extLst>
              <a:ext uri="{FF2B5EF4-FFF2-40B4-BE49-F238E27FC236}">
                <a16:creationId xmlns:a16="http://schemas.microsoft.com/office/drawing/2014/main" id="{E8297D75-814C-B807-98A7-51805C9059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38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8" name="Imagem 157">
            <a:extLst>
              <a:ext uri="{FF2B5EF4-FFF2-40B4-BE49-F238E27FC236}">
                <a16:creationId xmlns:a16="http://schemas.microsoft.com/office/drawing/2014/main" id="{5E8154C7-DBF2-0B49-4426-D2FDCB3E8F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31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9" name="Imagem 158">
            <a:extLst>
              <a:ext uri="{FF2B5EF4-FFF2-40B4-BE49-F238E27FC236}">
                <a16:creationId xmlns:a16="http://schemas.microsoft.com/office/drawing/2014/main" id="{BE4268BE-8D0D-19EB-CD77-F5263BFA23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25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0" name="Imagem 159">
            <a:extLst>
              <a:ext uri="{FF2B5EF4-FFF2-40B4-BE49-F238E27FC236}">
                <a16:creationId xmlns:a16="http://schemas.microsoft.com/office/drawing/2014/main" id="{342BD5B2-00FF-3B6F-1069-035C6FC755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25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1" name="Imagem 160">
            <a:extLst>
              <a:ext uri="{FF2B5EF4-FFF2-40B4-BE49-F238E27FC236}">
                <a16:creationId xmlns:a16="http://schemas.microsoft.com/office/drawing/2014/main" id="{8E616CDE-164D-02FD-CC33-4F76689232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2" name="Imagem 161">
            <a:extLst>
              <a:ext uri="{FF2B5EF4-FFF2-40B4-BE49-F238E27FC236}">
                <a16:creationId xmlns:a16="http://schemas.microsoft.com/office/drawing/2014/main" id="{9DFFD0F3-DFA9-3443-917A-91E853A860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" name="Imagem 162">
            <a:extLst>
              <a:ext uri="{FF2B5EF4-FFF2-40B4-BE49-F238E27FC236}">
                <a16:creationId xmlns:a16="http://schemas.microsoft.com/office/drawing/2014/main" id="{A4857002-2344-F4D8-53FD-11EC2DCF34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51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4" name="Imagem 163">
            <a:extLst>
              <a:ext uri="{FF2B5EF4-FFF2-40B4-BE49-F238E27FC236}">
                <a16:creationId xmlns:a16="http://schemas.microsoft.com/office/drawing/2014/main" id="{DA2A9D7B-124B-6285-F2E3-737289552D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63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5" name="Imagem 164">
            <a:extLst>
              <a:ext uri="{FF2B5EF4-FFF2-40B4-BE49-F238E27FC236}">
                <a16:creationId xmlns:a16="http://schemas.microsoft.com/office/drawing/2014/main" id="{88332B8E-8839-7180-D59C-888F1B92E7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76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6" name="Imagem 165">
            <a:extLst>
              <a:ext uri="{FF2B5EF4-FFF2-40B4-BE49-F238E27FC236}">
                <a16:creationId xmlns:a16="http://schemas.microsoft.com/office/drawing/2014/main" id="{8C10C35B-D77C-A5D5-4E50-4C35E0E97D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79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7" name="Imagem 166">
            <a:extLst>
              <a:ext uri="{FF2B5EF4-FFF2-40B4-BE49-F238E27FC236}">
                <a16:creationId xmlns:a16="http://schemas.microsoft.com/office/drawing/2014/main" id="{F6CDD1D2-A5C5-E8AE-9D67-021FC33F14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292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8" name="Imagem 167">
            <a:extLst>
              <a:ext uri="{FF2B5EF4-FFF2-40B4-BE49-F238E27FC236}">
                <a16:creationId xmlns:a16="http://schemas.microsoft.com/office/drawing/2014/main" id="{97181AD3-7C5A-A65F-FDBC-C206BA3411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705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9" name="Imagem 168">
            <a:extLst>
              <a:ext uri="{FF2B5EF4-FFF2-40B4-BE49-F238E27FC236}">
                <a16:creationId xmlns:a16="http://schemas.microsoft.com/office/drawing/2014/main" id="{DC486E02-0CAE-B9D6-57AE-434687BC9C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11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0" name="Imagem 169">
            <a:extLst>
              <a:ext uri="{FF2B5EF4-FFF2-40B4-BE49-F238E27FC236}">
                <a16:creationId xmlns:a16="http://schemas.microsoft.com/office/drawing/2014/main" id="{EB9A5921-4E02-D2B2-9BE8-677270EE2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72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1" name="Imagem 170">
            <a:extLst>
              <a:ext uri="{FF2B5EF4-FFF2-40B4-BE49-F238E27FC236}">
                <a16:creationId xmlns:a16="http://schemas.microsoft.com/office/drawing/2014/main" id="{2976E721-AD08-F6CD-42B2-AC50AF864D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324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2" name="Imagem 171">
            <a:extLst>
              <a:ext uri="{FF2B5EF4-FFF2-40B4-BE49-F238E27FC236}">
                <a16:creationId xmlns:a16="http://schemas.microsoft.com/office/drawing/2014/main" id="{2BC2868E-C049-A416-B1D5-795C3FD3D4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3" name="Imagem 172">
            <a:extLst>
              <a:ext uri="{FF2B5EF4-FFF2-40B4-BE49-F238E27FC236}">
                <a16:creationId xmlns:a16="http://schemas.microsoft.com/office/drawing/2014/main" id="{B1F9151C-02F9-9EFD-DFDE-E3068BF995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30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" name="Imagem 173">
            <a:extLst>
              <a:ext uri="{FF2B5EF4-FFF2-40B4-BE49-F238E27FC236}">
                <a16:creationId xmlns:a16="http://schemas.microsoft.com/office/drawing/2014/main" id="{C197E1E2-F932-CA30-813F-BBBCD8A6BD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324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5" name="Imagem 174">
            <a:extLst>
              <a:ext uri="{FF2B5EF4-FFF2-40B4-BE49-F238E27FC236}">
                <a16:creationId xmlns:a16="http://schemas.microsoft.com/office/drawing/2014/main" id="{94AB3843-780E-8661-80C2-488A10802B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2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6" name="Imagem 175">
            <a:extLst>
              <a:ext uri="{FF2B5EF4-FFF2-40B4-BE49-F238E27FC236}">
                <a16:creationId xmlns:a16="http://schemas.microsoft.com/office/drawing/2014/main" id="{0D20A234-F364-D863-522B-5A1A32586D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3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7" name="Imagem 176">
            <a:extLst>
              <a:ext uri="{FF2B5EF4-FFF2-40B4-BE49-F238E27FC236}">
                <a16:creationId xmlns:a16="http://schemas.microsoft.com/office/drawing/2014/main" id="{8E7D1489-76DF-EAB6-D00E-537A82B339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324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8" name="Imagem 177">
            <a:extLst>
              <a:ext uri="{FF2B5EF4-FFF2-40B4-BE49-F238E27FC236}">
                <a16:creationId xmlns:a16="http://schemas.microsoft.com/office/drawing/2014/main" id="{A23E738A-95B0-99D5-E8D6-06D7BDB695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3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9" name="Imagem 178">
            <a:extLst>
              <a:ext uri="{FF2B5EF4-FFF2-40B4-BE49-F238E27FC236}">
                <a16:creationId xmlns:a16="http://schemas.microsoft.com/office/drawing/2014/main" id="{6EAC0B51-BDFF-5F4C-C3BD-30DDE9350E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50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0" name="Imagem 179">
            <a:extLst>
              <a:ext uri="{FF2B5EF4-FFF2-40B4-BE49-F238E27FC236}">
                <a16:creationId xmlns:a16="http://schemas.microsoft.com/office/drawing/2014/main" id="{B9639D67-61C7-4DD7-78B3-655ECA6987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56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1" name="Imagem 180">
            <a:extLst>
              <a:ext uri="{FF2B5EF4-FFF2-40B4-BE49-F238E27FC236}">
                <a16:creationId xmlns:a16="http://schemas.microsoft.com/office/drawing/2014/main" id="{8429D21B-4471-F096-70A0-EC19DC2831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69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2" name="Imagem 181">
            <a:extLst>
              <a:ext uri="{FF2B5EF4-FFF2-40B4-BE49-F238E27FC236}">
                <a16:creationId xmlns:a16="http://schemas.microsoft.com/office/drawing/2014/main" id="{D43699B7-C2C5-1955-E649-EF73AFBA43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82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3" name="Imagem 182">
            <a:extLst>
              <a:ext uri="{FF2B5EF4-FFF2-40B4-BE49-F238E27FC236}">
                <a16:creationId xmlns:a16="http://schemas.microsoft.com/office/drawing/2014/main" id="{97D07FA5-9046-C47E-A73E-12BD0719C1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75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" name="Imagem 183">
            <a:extLst>
              <a:ext uri="{FF2B5EF4-FFF2-40B4-BE49-F238E27FC236}">
                <a16:creationId xmlns:a16="http://schemas.microsoft.com/office/drawing/2014/main" id="{2867379E-6C68-8F34-4F53-8616304508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69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5" name="Imagem 184">
            <a:extLst>
              <a:ext uri="{FF2B5EF4-FFF2-40B4-BE49-F238E27FC236}">
                <a16:creationId xmlns:a16="http://schemas.microsoft.com/office/drawing/2014/main" id="{3CE61E76-2656-AC12-4E1E-D873D0EF79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63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6" name="Imagem 185">
            <a:extLst>
              <a:ext uri="{FF2B5EF4-FFF2-40B4-BE49-F238E27FC236}">
                <a16:creationId xmlns:a16="http://schemas.microsoft.com/office/drawing/2014/main" id="{84924A11-4416-7C9E-4145-7D35AE9BB0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57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7" name="Imagem 186">
            <a:extLst>
              <a:ext uri="{FF2B5EF4-FFF2-40B4-BE49-F238E27FC236}">
                <a16:creationId xmlns:a16="http://schemas.microsoft.com/office/drawing/2014/main" id="{9C1C503E-0B53-2DCF-0330-52B4861CF0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50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8" name="Imagem 187">
            <a:extLst>
              <a:ext uri="{FF2B5EF4-FFF2-40B4-BE49-F238E27FC236}">
                <a16:creationId xmlns:a16="http://schemas.microsoft.com/office/drawing/2014/main" id="{828E29D5-943B-DADB-B504-77ADA5CA7D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9" name="Imagem 188">
            <a:extLst>
              <a:ext uri="{FF2B5EF4-FFF2-40B4-BE49-F238E27FC236}">
                <a16:creationId xmlns:a16="http://schemas.microsoft.com/office/drawing/2014/main" id="{5E1EA9B7-E8D7-644E-EE16-72FB72B02D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76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0" name="Imagem 189">
            <a:extLst>
              <a:ext uri="{FF2B5EF4-FFF2-40B4-BE49-F238E27FC236}">
                <a16:creationId xmlns:a16="http://schemas.microsoft.com/office/drawing/2014/main" id="{991A3DF8-4452-B06A-01E8-4748BF635C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89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1" name="Imagem 190">
            <a:extLst>
              <a:ext uri="{FF2B5EF4-FFF2-40B4-BE49-F238E27FC236}">
                <a16:creationId xmlns:a16="http://schemas.microsoft.com/office/drawing/2014/main" id="{9135D92A-CD74-470B-D999-7DED1843FC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76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2" name="Imagem 191">
            <a:extLst>
              <a:ext uri="{FF2B5EF4-FFF2-40B4-BE49-F238E27FC236}">
                <a16:creationId xmlns:a16="http://schemas.microsoft.com/office/drawing/2014/main" id="{2DD30F9E-D28E-BA9F-10A8-AEB1173BDE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79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3" name="Imagem 192">
            <a:extLst>
              <a:ext uri="{FF2B5EF4-FFF2-40B4-BE49-F238E27FC236}">
                <a16:creationId xmlns:a16="http://schemas.microsoft.com/office/drawing/2014/main" id="{A9ABE39C-E0DD-83C7-78FA-41FFF1E0D5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4994" y="85082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" name="Imagem 193">
            <a:extLst>
              <a:ext uri="{FF2B5EF4-FFF2-40B4-BE49-F238E27FC236}">
                <a16:creationId xmlns:a16="http://schemas.microsoft.com/office/drawing/2014/main" id="{5A138F08-EDE6-4E04-4AD4-EDFD098D60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705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5" name="Imagem 194">
            <a:extLst>
              <a:ext uri="{FF2B5EF4-FFF2-40B4-BE49-F238E27FC236}">
                <a16:creationId xmlns:a16="http://schemas.microsoft.com/office/drawing/2014/main" id="{C0F97282-F107-1CF2-9B72-193C4239F9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11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6" name="Imagem 195">
            <a:extLst>
              <a:ext uri="{FF2B5EF4-FFF2-40B4-BE49-F238E27FC236}">
                <a16:creationId xmlns:a16="http://schemas.microsoft.com/office/drawing/2014/main" id="{F2E0A3D5-A3A8-6040-0525-10144F186B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72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7" name="Imagem 196">
            <a:extLst>
              <a:ext uri="{FF2B5EF4-FFF2-40B4-BE49-F238E27FC236}">
                <a16:creationId xmlns:a16="http://schemas.microsoft.com/office/drawing/2014/main" id="{7302C307-99A2-0768-4C22-7E2A02E5A8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324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8" name="Imagem 197">
            <a:extLst>
              <a:ext uri="{FF2B5EF4-FFF2-40B4-BE49-F238E27FC236}">
                <a16:creationId xmlns:a16="http://schemas.microsoft.com/office/drawing/2014/main" id="{02282AD8-4F2E-A5F0-2C18-FE56E653C5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9" name="Imagem 198">
            <a:extLst>
              <a:ext uri="{FF2B5EF4-FFF2-40B4-BE49-F238E27FC236}">
                <a16:creationId xmlns:a16="http://schemas.microsoft.com/office/drawing/2014/main" id="{7CE4ECC8-72DF-C80E-5DCD-5145E20EDB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30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0" name="Imagem 199">
            <a:extLst>
              <a:ext uri="{FF2B5EF4-FFF2-40B4-BE49-F238E27FC236}">
                <a16:creationId xmlns:a16="http://schemas.microsoft.com/office/drawing/2014/main" id="{DB1A5261-0E9E-0F73-55B3-603844D9B7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324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1" name="Imagem 200">
            <a:extLst>
              <a:ext uri="{FF2B5EF4-FFF2-40B4-BE49-F238E27FC236}">
                <a16:creationId xmlns:a16="http://schemas.microsoft.com/office/drawing/2014/main" id="{72705217-F61E-F177-6EBB-2059694B74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2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2" name="Imagem 201">
            <a:extLst>
              <a:ext uri="{FF2B5EF4-FFF2-40B4-BE49-F238E27FC236}">
                <a16:creationId xmlns:a16="http://schemas.microsoft.com/office/drawing/2014/main" id="{C8F74687-1E6C-6394-7720-DF229E613A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3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3" name="Imagem 202">
            <a:extLst>
              <a:ext uri="{FF2B5EF4-FFF2-40B4-BE49-F238E27FC236}">
                <a16:creationId xmlns:a16="http://schemas.microsoft.com/office/drawing/2014/main" id="{34EF99E3-744F-60E9-629A-ACCCACE21D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324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" name="Imagem 203">
            <a:extLst>
              <a:ext uri="{FF2B5EF4-FFF2-40B4-BE49-F238E27FC236}">
                <a16:creationId xmlns:a16="http://schemas.microsoft.com/office/drawing/2014/main" id="{67C1DE56-8BF4-ADDE-8245-D1630B7142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3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" name="Imagem 204">
            <a:extLst>
              <a:ext uri="{FF2B5EF4-FFF2-40B4-BE49-F238E27FC236}">
                <a16:creationId xmlns:a16="http://schemas.microsoft.com/office/drawing/2014/main" id="{2FDF2981-E101-F7F2-B9DB-CB11203377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50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" name="Imagem 205">
            <a:extLst>
              <a:ext uri="{FF2B5EF4-FFF2-40B4-BE49-F238E27FC236}">
                <a16:creationId xmlns:a16="http://schemas.microsoft.com/office/drawing/2014/main" id="{5175E5C6-A63A-9D1C-C1D2-199EBA0905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56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" name="Imagem 206">
            <a:extLst>
              <a:ext uri="{FF2B5EF4-FFF2-40B4-BE49-F238E27FC236}">
                <a16:creationId xmlns:a16="http://schemas.microsoft.com/office/drawing/2014/main" id="{386267D6-6B3E-DE30-29A4-DB73F99240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69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8" name="Imagem 207">
            <a:extLst>
              <a:ext uri="{FF2B5EF4-FFF2-40B4-BE49-F238E27FC236}">
                <a16:creationId xmlns:a16="http://schemas.microsoft.com/office/drawing/2014/main" id="{67321CC3-B99F-636C-19AC-E4B61A9DDC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82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9" name="Imagem 208">
            <a:extLst>
              <a:ext uri="{FF2B5EF4-FFF2-40B4-BE49-F238E27FC236}">
                <a16:creationId xmlns:a16="http://schemas.microsoft.com/office/drawing/2014/main" id="{4550DE26-D6A6-D278-F332-C1E0D370D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75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0" name="Imagem 209">
            <a:extLst>
              <a:ext uri="{FF2B5EF4-FFF2-40B4-BE49-F238E27FC236}">
                <a16:creationId xmlns:a16="http://schemas.microsoft.com/office/drawing/2014/main" id="{2C82086D-1444-62EF-E480-23F7814D56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69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1" name="Imagem 210">
            <a:extLst>
              <a:ext uri="{FF2B5EF4-FFF2-40B4-BE49-F238E27FC236}">
                <a16:creationId xmlns:a16="http://schemas.microsoft.com/office/drawing/2014/main" id="{40E7A7FB-6ABC-D79C-E521-9EC3241057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63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2" name="Imagem 211">
            <a:extLst>
              <a:ext uri="{FF2B5EF4-FFF2-40B4-BE49-F238E27FC236}">
                <a16:creationId xmlns:a16="http://schemas.microsoft.com/office/drawing/2014/main" id="{FDEFFCDC-596F-7B82-FDB0-9DFA951785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57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3" name="Imagem 212">
            <a:extLst>
              <a:ext uri="{FF2B5EF4-FFF2-40B4-BE49-F238E27FC236}">
                <a16:creationId xmlns:a16="http://schemas.microsoft.com/office/drawing/2014/main" id="{AEE808DE-B5EF-8AA2-DC23-9DCE5475D7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50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4" name="Imagem 213">
            <a:extLst>
              <a:ext uri="{FF2B5EF4-FFF2-40B4-BE49-F238E27FC236}">
                <a16:creationId xmlns:a16="http://schemas.microsoft.com/office/drawing/2014/main" id="{FF77DB57-FED1-2BCD-110F-9E6A55A39E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5" name="Imagem 214">
            <a:extLst>
              <a:ext uri="{FF2B5EF4-FFF2-40B4-BE49-F238E27FC236}">
                <a16:creationId xmlns:a16="http://schemas.microsoft.com/office/drawing/2014/main" id="{28D82C62-B779-4E38-6856-B85EAF911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76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6" name="Imagem 215">
            <a:extLst>
              <a:ext uri="{FF2B5EF4-FFF2-40B4-BE49-F238E27FC236}">
                <a16:creationId xmlns:a16="http://schemas.microsoft.com/office/drawing/2014/main" id="{DCB2CD5C-DD08-0BE9-5FE1-F45BD8DB96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89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7" name="Imagem 216">
            <a:extLst>
              <a:ext uri="{FF2B5EF4-FFF2-40B4-BE49-F238E27FC236}">
                <a16:creationId xmlns:a16="http://schemas.microsoft.com/office/drawing/2014/main" id="{2890C294-D2D3-5F6A-C797-DDE58E6B8B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3231" y="89717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8" name="Imagem 217">
            <a:extLst>
              <a:ext uri="{FF2B5EF4-FFF2-40B4-BE49-F238E27FC236}">
                <a16:creationId xmlns:a16="http://schemas.microsoft.com/office/drawing/2014/main" id="{9E17A3E6-3245-6058-97CB-0CF887C44D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9" name="Imagem 218">
            <a:extLst>
              <a:ext uri="{FF2B5EF4-FFF2-40B4-BE49-F238E27FC236}">
                <a16:creationId xmlns:a16="http://schemas.microsoft.com/office/drawing/2014/main" id="{AC79B7D9-4724-9FEC-43F2-455F5B13B5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0" name="Imagem 219">
            <a:extLst>
              <a:ext uri="{FF2B5EF4-FFF2-40B4-BE49-F238E27FC236}">
                <a16:creationId xmlns:a16="http://schemas.microsoft.com/office/drawing/2014/main" id="{56D6F27C-7576-0ED2-6920-9B9C60A8CF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1" name="Imagem 220">
            <a:extLst>
              <a:ext uri="{FF2B5EF4-FFF2-40B4-BE49-F238E27FC236}">
                <a16:creationId xmlns:a16="http://schemas.microsoft.com/office/drawing/2014/main" id="{46EAB7A0-2500-EE7B-48B1-0982C322EB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2" name="Imagem 221">
            <a:extLst>
              <a:ext uri="{FF2B5EF4-FFF2-40B4-BE49-F238E27FC236}">
                <a16:creationId xmlns:a16="http://schemas.microsoft.com/office/drawing/2014/main" id="{2DCAA377-B6B5-DB0C-BCAE-178B04E88F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3" name="Imagem 222">
            <a:extLst>
              <a:ext uri="{FF2B5EF4-FFF2-40B4-BE49-F238E27FC236}">
                <a16:creationId xmlns:a16="http://schemas.microsoft.com/office/drawing/2014/main" id="{3775BDA0-856E-ED0E-367D-94BE647D8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4" name="Imagem 223">
            <a:extLst>
              <a:ext uri="{FF2B5EF4-FFF2-40B4-BE49-F238E27FC236}">
                <a16:creationId xmlns:a16="http://schemas.microsoft.com/office/drawing/2014/main" id="{0173DA67-4A82-300C-E2E0-1BDC4FB5A6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" name="Imagem 224">
            <a:extLst>
              <a:ext uri="{FF2B5EF4-FFF2-40B4-BE49-F238E27FC236}">
                <a16:creationId xmlns:a16="http://schemas.microsoft.com/office/drawing/2014/main" id="{DA3F9864-5364-7EDA-F0BA-158C1FB104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7" name="Imagem 226">
            <a:extLst>
              <a:ext uri="{FF2B5EF4-FFF2-40B4-BE49-F238E27FC236}">
                <a16:creationId xmlns:a16="http://schemas.microsoft.com/office/drawing/2014/main" id="{AA5322E8-E46F-CC99-F15D-6DDFFF15DF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8" name="Imagem 227">
            <a:extLst>
              <a:ext uri="{FF2B5EF4-FFF2-40B4-BE49-F238E27FC236}">
                <a16:creationId xmlns:a16="http://schemas.microsoft.com/office/drawing/2014/main" id="{57E43AEE-82BF-20DF-5632-98885C290E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9" name="Imagem 228">
            <a:extLst>
              <a:ext uri="{FF2B5EF4-FFF2-40B4-BE49-F238E27FC236}">
                <a16:creationId xmlns:a16="http://schemas.microsoft.com/office/drawing/2014/main" id="{EA95FFBD-7FB1-BABB-80FE-22232A6902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0" name="Imagem 229">
            <a:extLst>
              <a:ext uri="{FF2B5EF4-FFF2-40B4-BE49-F238E27FC236}">
                <a16:creationId xmlns:a16="http://schemas.microsoft.com/office/drawing/2014/main" id="{7DD0B487-4AF9-B8BB-5319-A65FC68E8F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1" name="Imagem 230">
            <a:extLst>
              <a:ext uri="{FF2B5EF4-FFF2-40B4-BE49-F238E27FC236}">
                <a16:creationId xmlns:a16="http://schemas.microsoft.com/office/drawing/2014/main" id="{358CB1E8-B940-9804-DB91-D8CF7E3050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2" name="Imagem 231">
            <a:extLst>
              <a:ext uri="{FF2B5EF4-FFF2-40B4-BE49-F238E27FC236}">
                <a16:creationId xmlns:a16="http://schemas.microsoft.com/office/drawing/2014/main" id="{38514252-D08B-2255-BA18-F5185FB34F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3" name="Imagem 232">
            <a:extLst>
              <a:ext uri="{FF2B5EF4-FFF2-40B4-BE49-F238E27FC236}">
                <a16:creationId xmlns:a16="http://schemas.microsoft.com/office/drawing/2014/main" id="{6ABD92A9-9365-6A71-89D3-737FEC34B6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4" name="Imagem 233">
            <a:extLst>
              <a:ext uri="{FF2B5EF4-FFF2-40B4-BE49-F238E27FC236}">
                <a16:creationId xmlns:a16="http://schemas.microsoft.com/office/drawing/2014/main" id="{A1A592D8-22CD-BD9F-7051-D874871CA6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5" name="Imagem 234">
            <a:extLst>
              <a:ext uri="{FF2B5EF4-FFF2-40B4-BE49-F238E27FC236}">
                <a16:creationId xmlns:a16="http://schemas.microsoft.com/office/drawing/2014/main" id="{CD4C378C-3470-45EC-9F43-5B505C606B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6" name="Imagem 235">
            <a:extLst>
              <a:ext uri="{FF2B5EF4-FFF2-40B4-BE49-F238E27FC236}">
                <a16:creationId xmlns:a16="http://schemas.microsoft.com/office/drawing/2014/main" id="{E231DE2C-F4B3-76D1-C4E6-A6573D02F9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672941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7" name="Imagem 236">
            <a:extLst>
              <a:ext uri="{FF2B5EF4-FFF2-40B4-BE49-F238E27FC236}">
                <a16:creationId xmlns:a16="http://schemas.microsoft.com/office/drawing/2014/main" id="{D89B0F55-6C9D-4C69-446E-18208ADAAF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8" name="Imagem 237">
            <a:extLst>
              <a:ext uri="{FF2B5EF4-FFF2-40B4-BE49-F238E27FC236}">
                <a16:creationId xmlns:a16="http://schemas.microsoft.com/office/drawing/2014/main" id="{B53A8F39-85F6-7450-6A5D-F36B860624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9" name="Imagem 238">
            <a:extLst>
              <a:ext uri="{FF2B5EF4-FFF2-40B4-BE49-F238E27FC236}">
                <a16:creationId xmlns:a16="http://schemas.microsoft.com/office/drawing/2014/main" id="{32D5E662-A6FB-7755-92A3-FB44955ED1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0" name="Imagem 239">
            <a:extLst>
              <a:ext uri="{FF2B5EF4-FFF2-40B4-BE49-F238E27FC236}">
                <a16:creationId xmlns:a16="http://schemas.microsoft.com/office/drawing/2014/main" id="{03825A07-5C6F-A7B8-22B1-55A2A3913B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1" name="Imagem 240">
            <a:extLst>
              <a:ext uri="{FF2B5EF4-FFF2-40B4-BE49-F238E27FC236}">
                <a16:creationId xmlns:a16="http://schemas.microsoft.com/office/drawing/2014/main" id="{72FE48D0-0B76-47E1-C515-5046C992F2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2" name="Imagem 241">
            <a:extLst>
              <a:ext uri="{FF2B5EF4-FFF2-40B4-BE49-F238E27FC236}">
                <a16:creationId xmlns:a16="http://schemas.microsoft.com/office/drawing/2014/main" id="{B35E047D-D10C-6EF1-F993-C266CC4B64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10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3" name="Imagem 242">
            <a:extLst>
              <a:ext uri="{FF2B5EF4-FFF2-40B4-BE49-F238E27FC236}">
                <a16:creationId xmlns:a16="http://schemas.microsoft.com/office/drawing/2014/main" id="{09984AFC-FEB4-B2DA-86AA-3C1F65FFE8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323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4" name="Imagem 243">
            <a:extLst>
              <a:ext uri="{FF2B5EF4-FFF2-40B4-BE49-F238E27FC236}">
                <a16:creationId xmlns:a16="http://schemas.microsoft.com/office/drawing/2014/main" id="{58978995-6AE3-3B48-4033-41CF9FD6AB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36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5" name="Imagem 244">
            <a:extLst>
              <a:ext uri="{FF2B5EF4-FFF2-40B4-BE49-F238E27FC236}">
                <a16:creationId xmlns:a16="http://schemas.microsoft.com/office/drawing/2014/main" id="{D6358116-A15D-7541-17E5-E5E79995A3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48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6" name="Imagem 245">
            <a:extLst>
              <a:ext uri="{FF2B5EF4-FFF2-40B4-BE49-F238E27FC236}">
                <a16:creationId xmlns:a16="http://schemas.microsoft.com/office/drawing/2014/main" id="{27A54F35-4D7B-8AF5-F210-97F22B843B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5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7" name="Imagem 246">
            <a:extLst>
              <a:ext uri="{FF2B5EF4-FFF2-40B4-BE49-F238E27FC236}">
                <a16:creationId xmlns:a16="http://schemas.microsoft.com/office/drawing/2014/main" id="{8B572D9F-CF5B-E567-38ED-42A8910B7E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55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8" name="Imagem 247">
            <a:extLst>
              <a:ext uri="{FF2B5EF4-FFF2-40B4-BE49-F238E27FC236}">
                <a16:creationId xmlns:a16="http://schemas.microsoft.com/office/drawing/2014/main" id="{EB1BB7BD-3D2E-6454-7910-E8934B15F1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9" name="Imagem 248">
            <a:extLst>
              <a:ext uri="{FF2B5EF4-FFF2-40B4-BE49-F238E27FC236}">
                <a16:creationId xmlns:a16="http://schemas.microsoft.com/office/drawing/2014/main" id="{DABD6FD8-2FF2-41B3-847B-9BF2546F58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0" name="Imagem 249">
            <a:extLst>
              <a:ext uri="{FF2B5EF4-FFF2-40B4-BE49-F238E27FC236}">
                <a16:creationId xmlns:a16="http://schemas.microsoft.com/office/drawing/2014/main" id="{FC2B962E-0B7B-A12E-880B-F3618AF76D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61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1" name="Imagem 250">
            <a:extLst>
              <a:ext uri="{FF2B5EF4-FFF2-40B4-BE49-F238E27FC236}">
                <a16:creationId xmlns:a16="http://schemas.microsoft.com/office/drawing/2014/main" id="{8DBE08B3-A992-AB18-BCB1-BE03063D4F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55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2" name="Imagem 251">
            <a:extLst>
              <a:ext uri="{FF2B5EF4-FFF2-40B4-BE49-F238E27FC236}">
                <a16:creationId xmlns:a16="http://schemas.microsoft.com/office/drawing/2014/main" id="{B82E3477-20B3-2BEE-D013-DB81F52FBD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58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3" name="Imagem 252">
            <a:extLst>
              <a:ext uri="{FF2B5EF4-FFF2-40B4-BE49-F238E27FC236}">
                <a16:creationId xmlns:a16="http://schemas.microsoft.com/office/drawing/2014/main" id="{2AD373EB-FB93-A768-25DD-1D0209322B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6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4" name="Imagem 253">
            <a:extLst>
              <a:ext uri="{FF2B5EF4-FFF2-40B4-BE49-F238E27FC236}">
                <a16:creationId xmlns:a16="http://schemas.microsoft.com/office/drawing/2014/main" id="{82237159-AA9F-626E-5A2F-79D71E511F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6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5" name="Imagem 254">
            <a:extLst>
              <a:ext uri="{FF2B5EF4-FFF2-40B4-BE49-F238E27FC236}">
                <a16:creationId xmlns:a16="http://schemas.microsoft.com/office/drawing/2014/main" id="{9733D1BA-AB3F-DBB6-94D6-8FCF4D4296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55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6" name="Imagem 255">
            <a:extLst>
              <a:ext uri="{FF2B5EF4-FFF2-40B4-BE49-F238E27FC236}">
                <a16:creationId xmlns:a16="http://schemas.microsoft.com/office/drawing/2014/main" id="{4C3F6026-9CDC-4D73-8F93-97A8B1596E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55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7" name="Imagem 256">
            <a:extLst>
              <a:ext uri="{FF2B5EF4-FFF2-40B4-BE49-F238E27FC236}">
                <a16:creationId xmlns:a16="http://schemas.microsoft.com/office/drawing/2014/main" id="{E25540DA-7919-A6BF-179B-2A478CE979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6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8" name="Imagem 257">
            <a:extLst>
              <a:ext uri="{FF2B5EF4-FFF2-40B4-BE49-F238E27FC236}">
                <a16:creationId xmlns:a16="http://schemas.microsoft.com/office/drawing/2014/main" id="{600505B8-F36D-1235-2C4E-4B676A0211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181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9" name="Imagem 258">
            <a:extLst>
              <a:ext uri="{FF2B5EF4-FFF2-40B4-BE49-F238E27FC236}">
                <a16:creationId xmlns:a16="http://schemas.microsoft.com/office/drawing/2014/main" id="{1F794D20-3A55-38D2-33F6-AD24E75136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387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0" name="Imagem 259">
            <a:extLst>
              <a:ext uri="{FF2B5EF4-FFF2-40B4-BE49-F238E27FC236}">
                <a16:creationId xmlns:a16="http://schemas.microsoft.com/office/drawing/2014/main" id="{6F7F4784-103E-2166-BEEE-69946DBB08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00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1" name="Imagem 260">
            <a:extLst>
              <a:ext uri="{FF2B5EF4-FFF2-40B4-BE49-F238E27FC236}">
                <a16:creationId xmlns:a16="http://schemas.microsoft.com/office/drawing/2014/main" id="{E6F8AC73-A85A-3AD1-7AF5-F23CE77FD4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131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2" name="Imagem 261">
            <a:extLst>
              <a:ext uri="{FF2B5EF4-FFF2-40B4-BE49-F238E27FC236}">
                <a16:creationId xmlns:a16="http://schemas.microsoft.com/office/drawing/2014/main" id="{ABEF7673-F5CB-80AB-D040-12C892BC54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06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3" name="Imagem 262">
            <a:extLst>
              <a:ext uri="{FF2B5EF4-FFF2-40B4-BE49-F238E27FC236}">
                <a16:creationId xmlns:a16="http://schemas.microsoft.com/office/drawing/2014/main" id="{39A83A41-6710-0547-30E0-812C2032A7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00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4" name="Imagem 263">
            <a:extLst>
              <a:ext uri="{FF2B5EF4-FFF2-40B4-BE49-F238E27FC236}">
                <a16:creationId xmlns:a16="http://schemas.microsoft.com/office/drawing/2014/main" id="{8FC4ECF5-1022-F430-5458-3551421848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594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5" name="Imagem 264">
            <a:extLst>
              <a:ext uri="{FF2B5EF4-FFF2-40B4-BE49-F238E27FC236}">
                <a16:creationId xmlns:a16="http://schemas.microsoft.com/office/drawing/2014/main" id="{54260F4C-39F4-8FC1-F1ED-45A86440D0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594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6" name="Imagem 265">
            <a:extLst>
              <a:ext uri="{FF2B5EF4-FFF2-40B4-BE49-F238E27FC236}">
                <a16:creationId xmlns:a16="http://schemas.microsoft.com/office/drawing/2014/main" id="{7424880C-794E-FA47-1A11-A831037849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3881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7" name="Imagem 266">
            <a:extLst>
              <a:ext uri="{FF2B5EF4-FFF2-40B4-BE49-F238E27FC236}">
                <a16:creationId xmlns:a16="http://schemas.microsoft.com/office/drawing/2014/main" id="{640B18C8-5164-4E44-9508-8248D92047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181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8" name="Imagem 267">
            <a:extLst>
              <a:ext uri="{FF2B5EF4-FFF2-40B4-BE49-F238E27FC236}">
                <a16:creationId xmlns:a16="http://schemas.microsoft.com/office/drawing/2014/main" id="{62F551B1-E9B4-BD5D-3607-48F4B02D03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181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9" name="Imagem 268">
            <a:extLst>
              <a:ext uri="{FF2B5EF4-FFF2-40B4-BE49-F238E27FC236}">
                <a16:creationId xmlns:a16="http://schemas.microsoft.com/office/drawing/2014/main" id="{FD76CBCF-1298-9FA8-72FE-0439ECEB16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0" name="Imagem 269">
            <a:extLst>
              <a:ext uri="{FF2B5EF4-FFF2-40B4-BE49-F238E27FC236}">
                <a16:creationId xmlns:a16="http://schemas.microsoft.com/office/drawing/2014/main" id="{A6CC6273-F029-20CB-41D6-05EB409512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1" name="Imagem 270">
            <a:extLst>
              <a:ext uri="{FF2B5EF4-FFF2-40B4-BE49-F238E27FC236}">
                <a16:creationId xmlns:a16="http://schemas.microsoft.com/office/drawing/2014/main" id="{3669FB7A-A150-DDD2-6287-8D86FD5939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32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2" name="Imagem 271">
            <a:extLst>
              <a:ext uri="{FF2B5EF4-FFF2-40B4-BE49-F238E27FC236}">
                <a16:creationId xmlns:a16="http://schemas.microsoft.com/office/drawing/2014/main" id="{FBA00185-05AC-A398-AA3D-32995FCE27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35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3" name="Imagem 272">
            <a:extLst>
              <a:ext uri="{FF2B5EF4-FFF2-40B4-BE49-F238E27FC236}">
                <a16:creationId xmlns:a16="http://schemas.microsoft.com/office/drawing/2014/main" id="{0B2DF481-0A77-C626-A3F2-3D87804C40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348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4" name="Imagem 273">
            <a:extLst>
              <a:ext uri="{FF2B5EF4-FFF2-40B4-BE49-F238E27FC236}">
                <a16:creationId xmlns:a16="http://schemas.microsoft.com/office/drawing/2014/main" id="{C65CE16A-622F-5E01-09F0-23A0F40A3E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61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5" name="Imagem 274">
            <a:extLst>
              <a:ext uri="{FF2B5EF4-FFF2-40B4-BE49-F238E27FC236}">
                <a16:creationId xmlns:a16="http://schemas.microsoft.com/office/drawing/2014/main" id="{1207F1DD-A8E0-F071-1732-9F66F9A6F4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7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" name="Imagem 275">
            <a:extLst>
              <a:ext uri="{FF2B5EF4-FFF2-40B4-BE49-F238E27FC236}">
                <a16:creationId xmlns:a16="http://schemas.microsoft.com/office/drawing/2014/main" id="{A0D0B063-B2DB-15AE-6603-D3BDB9D933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7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7" name="Imagem 276">
            <a:extLst>
              <a:ext uri="{FF2B5EF4-FFF2-40B4-BE49-F238E27FC236}">
                <a16:creationId xmlns:a16="http://schemas.microsoft.com/office/drawing/2014/main" id="{575D0B80-2263-0FAA-A882-0BD28F9632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80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8" name="Imagem 277">
            <a:extLst>
              <a:ext uri="{FF2B5EF4-FFF2-40B4-BE49-F238E27FC236}">
                <a16:creationId xmlns:a16="http://schemas.microsoft.com/office/drawing/2014/main" id="{50606267-F753-C78F-3476-5B59716FAE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9" name="Imagem 278">
            <a:extLst>
              <a:ext uri="{FF2B5EF4-FFF2-40B4-BE49-F238E27FC236}">
                <a16:creationId xmlns:a16="http://schemas.microsoft.com/office/drawing/2014/main" id="{B54F97E4-5919-E6F0-EF41-EA0060B5A3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87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0" name="Imagem 279">
            <a:extLst>
              <a:ext uri="{FF2B5EF4-FFF2-40B4-BE49-F238E27FC236}">
                <a16:creationId xmlns:a16="http://schemas.microsoft.com/office/drawing/2014/main" id="{16CDBBA6-F1B9-AFD3-DD50-F7FA48F43D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80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1" name="Imagem 280">
            <a:extLst>
              <a:ext uri="{FF2B5EF4-FFF2-40B4-BE49-F238E27FC236}">
                <a16:creationId xmlns:a16="http://schemas.microsoft.com/office/drawing/2014/main" id="{5BE18ADD-BBF8-7CB8-B667-0601B8D3A4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8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2" name="Imagem 281">
            <a:extLst>
              <a:ext uri="{FF2B5EF4-FFF2-40B4-BE49-F238E27FC236}">
                <a16:creationId xmlns:a16="http://schemas.microsoft.com/office/drawing/2014/main" id="{E726596A-72C1-1692-9673-E7C1DEB85A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8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3" name="Imagem 282">
            <a:extLst>
              <a:ext uri="{FF2B5EF4-FFF2-40B4-BE49-F238E27FC236}">
                <a16:creationId xmlns:a16="http://schemas.microsoft.com/office/drawing/2014/main" id="{BA7DD59F-4BE6-B8B9-40BE-E10B6F70C4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81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4" name="Imagem 283">
            <a:extLst>
              <a:ext uri="{FF2B5EF4-FFF2-40B4-BE49-F238E27FC236}">
                <a16:creationId xmlns:a16="http://schemas.microsoft.com/office/drawing/2014/main" id="{7394FA1A-CD8B-89C3-21F4-FD5F107A99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9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5" name="Imagem 284">
            <a:extLst>
              <a:ext uri="{FF2B5EF4-FFF2-40B4-BE49-F238E27FC236}">
                <a16:creationId xmlns:a16="http://schemas.microsoft.com/office/drawing/2014/main" id="{55AA3DFC-187F-820C-B09D-4A32CBF19B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206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6" name="Imagem 285">
            <a:extLst>
              <a:ext uri="{FF2B5EF4-FFF2-40B4-BE49-F238E27FC236}">
                <a16:creationId xmlns:a16="http://schemas.microsoft.com/office/drawing/2014/main" id="{54C4A2E1-668C-94D1-27B2-6326CFE5B4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413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7" name="Imagem 286">
            <a:extLst>
              <a:ext uri="{FF2B5EF4-FFF2-40B4-BE49-F238E27FC236}">
                <a16:creationId xmlns:a16="http://schemas.microsoft.com/office/drawing/2014/main" id="{9D9A91D7-8743-7353-5B8D-431462A2E6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25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8" name="Imagem 287">
            <a:extLst>
              <a:ext uri="{FF2B5EF4-FFF2-40B4-BE49-F238E27FC236}">
                <a16:creationId xmlns:a16="http://schemas.microsoft.com/office/drawing/2014/main" id="{6C2ABAAF-ADB8-5CBB-9B13-9B942DADAB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38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9" name="Imagem 288">
            <a:extLst>
              <a:ext uri="{FF2B5EF4-FFF2-40B4-BE49-F238E27FC236}">
                <a16:creationId xmlns:a16="http://schemas.microsoft.com/office/drawing/2014/main" id="{66D459CD-CD29-EDAB-122A-5D84C8309D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32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0" name="Imagem 289">
            <a:extLst>
              <a:ext uri="{FF2B5EF4-FFF2-40B4-BE49-F238E27FC236}">
                <a16:creationId xmlns:a16="http://schemas.microsoft.com/office/drawing/2014/main" id="{D019C8E1-470E-B64A-3F6F-658ED9F42C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26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1" name="Imagem 290">
            <a:extLst>
              <a:ext uri="{FF2B5EF4-FFF2-40B4-BE49-F238E27FC236}">
                <a16:creationId xmlns:a16="http://schemas.microsoft.com/office/drawing/2014/main" id="{030AAE2C-C8AE-C16A-7836-71AB9CBCF4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619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2" name="Imagem 291">
            <a:extLst>
              <a:ext uri="{FF2B5EF4-FFF2-40B4-BE49-F238E27FC236}">
                <a16:creationId xmlns:a16="http://schemas.microsoft.com/office/drawing/2014/main" id="{974D7844-D8CF-522B-40A3-8E2563A886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413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3" name="Imagem 292">
            <a:extLst>
              <a:ext uri="{FF2B5EF4-FFF2-40B4-BE49-F238E27FC236}">
                <a16:creationId xmlns:a16="http://schemas.microsoft.com/office/drawing/2014/main" id="{1C503B30-E44D-EE9B-E98E-954CE31AEB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207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4" name="Imagem 293">
            <a:extLst>
              <a:ext uri="{FF2B5EF4-FFF2-40B4-BE49-F238E27FC236}">
                <a16:creationId xmlns:a16="http://schemas.microsoft.com/office/drawing/2014/main" id="{0D702E25-FC7B-7343-E3CD-FFBFF9C297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5" name="Imagem 294">
            <a:extLst>
              <a:ext uri="{FF2B5EF4-FFF2-40B4-BE49-F238E27FC236}">
                <a16:creationId xmlns:a16="http://schemas.microsoft.com/office/drawing/2014/main" id="{0F5F5F35-972B-8341-ED02-66D7924416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32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6" name="Imagem 295">
            <a:extLst>
              <a:ext uri="{FF2B5EF4-FFF2-40B4-BE49-F238E27FC236}">
                <a16:creationId xmlns:a16="http://schemas.microsoft.com/office/drawing/2014/main" id="{4B47A4B9-B74A-DAC3-7B68-C14C94BBAB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35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7" name="Imagem 296">
            <a:extLst>
              <a:ext uri="{FF2B5EF4-FFF2-40B4-BE49-F238E27FC236}">
                <a16:creationId xmlns:a16="http://schemas.microsoft.com/office/drawing/2014/main" id="{57A1623D-DF2E-B721-24AF-86ECDA9336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8788" y="85645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8" name="Imagem 297">
            <a:extLst>
              <a:ext uri="{FF2B5EF4-FFF2-40B4-BE49-F238E27FC236}">
                <a16:creationId xmlns:a16="http://schemas.microsoft.com/office/drawing/2014/main" id="{D640889E-4B1E-168F-935D-E174FA2F1A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61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9" name="Imagem 298">
            <a:extLst>
              <a:ext uri="{FF2B5EF4-FFF2-40B4-BE49-F238E27FC236}">
                <a16:creationId xmlns:a16="http://schemas.microsoft.com/office/drawing/2014/main" id="{E20F40BE-3E1C-43A7-2041-42E0D27ADF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7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0" name="Imagem 299">
            <a:extLst>
              <a:ext uri="{FF2B5EF4-FFF2-40B4-BE49-F238E27FC236}">
                <a16:creationId xmlns:a16="http://schemas.microsoft.com/office/drawing/2014/main" id="{033DAF35-0AF3-59DF-7C9D-02777E3B11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7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1" name="Imagem 300">
            <a:extLst>
              <a:ext uri="{FF2B5EF4-FFF2-40B4-BE49-F238E27FC236}">
                <a16:creationId xmlns:a16="http://schemas.microsoft.com/office/drawing/2014/main" id="{BB22BAAB-9D51-9998-D2A6-7BE2BBAF6F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80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2" name="Imagem 301">
            <a:extLst>
              <a:ext uri="{FF2B5EF4-FFF2-40B4-BE49-F238E27FC236}">
                <a16:creationId xmlns:a16="http://schemas.microsoft.com/office/drawing/2014/main" id="{6B52D776-844E-DDD5-069F-A1914DD485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3" name="Imagem 302">
            <a:extLst>
              <a:ext uri="{FF2B5EF4-FFF2-40B4-BE49-F238E27FC236}">
                <a16:creationId xmlns:a16="http://schemas.microsoft.com/office/drawing/2014/main" id="{F6319A53-56FD-5B44-4EAB-CFB3639A80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87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4" name="Imagem 303">
            <a:extLst>
              <a:ext uri="{FF2B5EF4-FFF2-40B4-BE49-F238E27FC236}">
                <a16:creationId xmlns:a16="http://schemas.microsoft.com/office/drawing/2014/main" id="{E0D459D9-BFA2-65BD-F05E-B3995E58CF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80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5" name="Imagem 304">
            <a:extLst>
              <a:ext uri="{FF2B5EF4-FFF2-40B4-BE49-F238E27FC236}">
                <a16:creationId xmlns:a16="http://schemas.microsoft.com/office/drawing/2014/main" id="{6AA22773-34AF-CBC4-B12B-1BD8F91DCC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8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6" name="Imagem 305">
            <a:extLst>
              <a:ext uri="{FF2B5EF4-FFF2-40B4-BE49-F238E27FC236}">
                <a16:creationId xmlns:a16="http://schemas.microsoft.com/office/drawing/2014/main" id="{68B8C16D-E220-DB65-8164-E4E5407B64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8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" name="Imagem 306">
            <a:extLst>
              <a:ext uri="{FF2B5EF4-FFF2-40B4-BE49-F238E27FC236}">
                <a16:creationId xmlns:a16="http://schemas.microsoft.com/office/drawing/2014/main" id="{3340C847-CB85-499D-EF7D-B9BDC44B0E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81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" name="Imagem 307">
            <a:extLst>
              <a:ext uri="{FF2B5EF4-FFF2-40B4-BE49-F238E27FC236}">
                <a16:creationId xmlns:a16="http://schemas.microsoft.com/office/drawing/2014/main" id="{83E7ACED-3794-D802-D84D-CBC776A0BD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9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" name="Imagem 308">
            <a:extLst>
              <a:ext uri="{FF2B5EF4-FFF2-40B4-BE49-F238E27FC236}">
                <a16:creationId xmlns:a16="http://schemas.microsoft.com/office/drawing/2014/main" id="{D472294A-D066-95BB-6E22-1FE9A98A0D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206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0" name="Imagem 309">
            <a:extLst>
              <a:ext uri="{FF2B5EF4-FFF2-40B4-BE49-F238E27FC236}">
                <a16:creationId xmlns:a16="http://schemas.microsoft.com/office/drawing/2014/main" id="{4122B277-26A2-019E-FD02-C3952140FC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413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1" name="Imagem 310">
            <a:extLst>
              <a:ext uri="{FF2B5EF4-FFF2-40B4-BE49-F238E27FC236}">
                <a16:creationId xmlns:a16="http://schemas.microsoft.com/office/drawing/2014/main" id="{5ACE40E8-75C9-641C-8032-FA41A4F595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25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2" name="Imagem 311">
            <a:extLst>
              <a:ext uri="{FF2B5EF4-FFF2-40B4-BE49-F238E27FC236}">
                <a16:creationId xmlns:a16="http://schemas.microsoft.com/office/drawing/2014/main" id="{5DC7B6B9-45F1-7FB6-DCB6-504DD68FFD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38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3" name="Imagem 312">
            <a:extLst>
              <a:ext uri="{FF2B5EF4-FFF2-40B4-BE49-F238E27FC236}">
                <a16:creationId xmlns:a16="http://schemas.microsoft.com/office/drawing/2014/main" id="{1340EA5F-19C6-D3AB-6861-89CFFD818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32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4" name="Imagem 313">
            <a:extLst>
              <a:ext uri="{FF2B5EF4-FFF2-40B4-BE49-F238E27FC236}">
                <a16:creationId xmlns:a16="http://schemas.microsoft.com/office/drawing/2014/main" id="{7808C723-F9A6-22CE-8B62-DDD0EAAD64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26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5" name="Imagem 314">
            <a:extLst>
              <a:ext uri="{FF2B5EF4-FFF2-40B4-BE49-F238E27FC236}">
                <a16:creationId xmlns:a16="http://schemas.microsoft.com/office/drawing/2014/main" id="{C80A0585-52AE-C381-7C39-480D5E36E4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619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6" name="Imagem 315">
            <a:extLst>
              <a:ext uri="{FF2B5EF4-FFF2-40B4-BE49-F238E27FC236}">
                <a16:creationId xmlns:a16="http://schemas.microsoft.com/office/drawing/2014/main" id="{4863DEEF-B476-4CDB-2235-F61B97CB02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413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7" name="Imagem 316">
            <a:extLst>
              <a:ext uri="{FF2B5EF4-FFF2-40B4-BE49-F238E27FC236}">
                <a16:creationId xmlns:a16="http://schemas.microsoft.com/office/drawing/2014/main" id="{D53E0E8F-5E9C-8493-5094-6299458266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207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8" name="Imagem 317">
            <a:extLst>
              <a:ext uri="{FF2B5EF4-FFF2-40B4-BE49-F238E27FC236}">
                <a16:creationId xmlns:a16="http://schemas.microsoft.com/office/drawing/2014/main" id="{3F19D534-3108-6994-5D4F-A5704D4E6A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9" name="Imagem 318">
            <a:extLst>
              <a:ext uri="{FF2B5EF4-FFF2-40B4-BE49-F238E27FC236}">
                <a16:creationId xmlns:a16="http://schemas.microsoft.com/office/drawing/2014/main" id="{F05B5FEB-5F78-DE13-09F6-D40BFEFA9C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7025" y="90281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0" name="Imagem 319">
            <a:extLst>
              <a:ext uri="{FF2B5EF4-FFF2-40B4-BE49-F238E27FC236}">
                <a16:creationId xmlns:a16="http://schemas.microsoft.com/office/drawing/2014/main" id="{25B00591-F70E-EBF7-1102-F202A3C9EA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1" name="Imagem 320">
            <a:extLst>
              <a:ext uri="{FF2B5EF4-FFF2-40B4-BE49-F238E27FC236}">
                <a16:creationId xmlns:a16="http://schemas.microsoft.com/office/drawing/2014/main" id="{E8DAF9D6-D1E3-BADE-4691-69F755C83A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2" name="Imagem 321">
            <a:extLst>
              <a:ext uri="{FF2B5EF4-FFF2-40B4-BE49-F238E27FC236}">
                <a16:creationId xmlns:a16="http://schemas.microsoft.com/office/drawing/2014/main" id="{153B8DFC-05CB-7EC5-5243-D4D6502B58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3" name="Imagem 322">
            <a:extLst>
              <a:ext uri="{FF2B5EF4-FFF2-40B4-BE49-F238E27FC236}">
                <a16:creationId xmlns:a16="http://schemas.microsoft.com/office/drawing/2014/main" id="{D79BC5DC-2005-BB4F-5082-0DAEDD9993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4" name="Imagem 323">
            <a:extLst>
              <a:ext uri="{FF2B5EF4-FFF2-40B4-BE49-F238E27FC236}">
                <a16:creationId xmlns:a16="http://schemas.microsoft.com/office/drawing/2014/main" id="{68DA641F-5CDD-45C7-E6DF-AB2F92416F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5" name="Imagem 324">
            <a:extLst>
              <a:ext uri="{FF2B5EF4-FFF2-40B4-BE49-F238E27FC236}">
                <a16:creationId xmlns:a16="http://schemas.microsoft.com/office/drawing/2014/main" id="{32EDA942-B98C-0A0B-0D52-8996041F2F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6" name="Imagem 325">
            <a:extLst>
              <a:ext uri="{FF2B5EF4-FFF2-40B4-BE49-F238E27FC236}">
                <a16:creationId xmlns:a16="http://schemas.microsoft.com/office/drawing/2014/main" id="{E9D000BB-CF3E-4E9E-FF5B-71A9D220F4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7" name="Imagem 326">
            <a:extLst>
              <a:ext uri="{FF2B5EF4-FFF2-40B4-BE49-F238E27FC236}">
                <a16:creationId xmlns:a16="http://schemas.microsoft.com/office/drawing/2014/main" id="{53540536-77BF-4028-EBCD-7AC1E3BEFC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BEFD9737-6F3C-51BD-D681-5E0B10598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81151" y="8678388"/>
            <a:ext cx="3790950" cy="645829"/>
          </a:xfrm>
        </p:spPr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20295FF7-5896-0D24-121D-34E64AA0A257}"/>
              </a:ext>
            </a:extLst>
          </p:cNvPr>
          <p:cNvSpPr txBox="1"/>
          <p:nvPr/>
        </p:nvSpPr>
        <p:spPr>
          <a:xfrm>
            <a:off x="502508" y="1093828"/>
            <a:ext cx="4475009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pt-BR" dirty="0">
                <a:solidFill>
                  <a:srgbClr val="424454"/>
                </a:solidFill>
                <a:latin typeface="Georgia"/>
                <a:cs typeface="Georgia"/>
              </a:rPr>
              <a:t>Proposta Comercial:</a:t>
            </a:r>
            <a:endParaRPr sz="1800" dirty="0">
              <a:latin typeface="Georgia"/>
              <a:cs typeface="Georgia"/>
            </a:endParaRPr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ECE5B680-AF34-4B80-6BAB-3F37D80570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1604" y="108086"/>
            <a:ext cx="2090110" cy="914369"/>
          </a:xfrm>
          <a:prstGeom prst="rect">
            <a:avLst/>
          </a:prstGeom>
        </p:spPr>
      </p:pic>
      <p:graphicFrame>
        <p:nvGraphicFramePr>
          <p:cNvPr id="16" name="Tabela 15">
            <a:extLst>
              <a:ext uri="{FF2B5EF4-FFF2-40B4-BE49-F238E27FC236}">
                <a16:creationId xmlns:a16="http://schemas.microsoft.com/office/drawing/2014/main" id="{0D5900C0-B604-C9E5-C534-829912A503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705890"/>
              </p:ext>
            </p:extLst>
          </p:nvPr>
        </p:nvGraphicFramePr>
        <p:xfrm>
          <a:off x="559593" y="4805148"/>
          <a:ext cx="5738813" cy="1792605"/>
        </p:xfrm>
        <a:graphic>
          <a:graphicData uri="http://schemas.openxmlformats.org/drawingml/2006/table">
            <a:tbl>
              <a:tblPr/>
              <a:tblGrid>
                <a:gridCol w="523875">
                  <a:extLst>
                    <a:ext uri="{9D8B030D-6E8A-4147-A177-3AD203B41FA5}">
                      <a16:colId xmlns:a16="http://schemas.microsoft.com/office/drawing/2014/main" val="2558652569"/>
                    </a:ext>
                  </a:extLst>
                </a:gridCol>
                <a:gridCol w="973932">
                  <a:extLst>
                    <a:ext uri="{9D8B030D-6E8A-4147-A177-3AD203B41FA5}">
                      <a16:colId xmlns:a16="http://schemas.microsoft.com/office/drawing/2014/main" val="2633022676"/>
                    </a:ext>
                  </a:extLst>
                </a:gridCol>
                <a:gridCol w="2155031">
                  <a:extLst>
                    <a:ext uri="{9D8B030D-6E8A-4147-A177-3AD203B41FA5}">
                      <a16:colId xmlns:a16="http://schemas.microsoft.com/office/drawing/2014/main" val="1419261670"/>
                    </a:ext>
                  </a:extLst>
                </a:gridCol>
                <a:gridCol w="981075">
                  <a:extLst>
                    <a:ext uri="{9D8B030D-6E8A-4147-A177-3AD203B41FA5}">
                      <a16:colId xmlns:a16="http://schemas.microsoft.com/office/drawing/2014/main" val="3922683397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943105328"/>
                    </a:ext>
                  </a:extLst>
                </a:gridCol>
              </a:tblGrid>
              <a:tr h="190500">
                <a:tc gridSpan="3">
                  <a:txBody>
                    <a:bodyPr/>
                    <a:lstStyle/>
                    <a:p>
                      <a:pPr algn="l" fontAlgn="b"/>
                      <a:r>
                        <a:rPr lang="pt-B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Condições Comerciais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097143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endParaRPr lang="pt-B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29102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Marca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PMS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3967686"/>
                  </a:ext>
                </a:extLst>
              </a:tr>
              <a:tr h="190500">
                <a:tc gridSpan="2"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Procedencia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Alemanha (Frete e IPI inclusos)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4771394"/>
                  </a:ext>
                </a:extLst>
              </a:tr>
              <a:tr h="190500">
                <a:tc gridSpan="2"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Prazo de Entrega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120 dias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7045460"/>
                  </a:ext>
                </a:extLst>
              </a:tr>
              <a:tr h="190500">
                <a:tc gridSpan="2"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Validade da Proposta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30 dias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2394089"/>
                  </a:ext>
                </a:extLst>
              </a:tr>
              <a:tr h="190500">
                <a:tc gridSpan="2"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Prazo de Pagamento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A vista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428926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5476368"/>
                  </a:ext>
                </a:extLst>
              </a:tr>
              <a:tr h="190500">
                <a:tc gridSpan="5"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Garantia de 10 anos contra defeito de fabricação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6447233"/>
                  </a:ext>
                </a:extLst>
              </a:tr>
            </a:tbl>
          </a:graphicData>
        </a:graphic>
      </p:graphicFrame>
      <p:pic>
        <p:nvPicPr>
          <p:cNvPr id="10" name="Imagem 9" descr="Texto&#10;&#10;O conteúdo gerado por IA pode estar incorreto.">
            <a:extLst>
              <a:ext uri="{FF2B5EF4-FFF2-40B4-BE49-F238E27FC236}">
                <a16:creationId xmlns:a16="http://schemas.microsoft.com/office/drawing/2014/main" id="{897EAF30-79AA-B7CC-BFEC-F8BF3CA4E6F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6353" y="7176028"/>
            <a:ext cx="2362530" cy="1505160"/>
          </a:xfrm>
          <a:prstGeom prst="rect">
            <a:avLst/>
          </a:prstGeom>
        </p:spPr>
      </p:pic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A2421541-0F2F-BED3-0C50-788DDF58F9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8258760"/>
              </p:ext>
            </p:extLst>
          </p:nvPr>
        </p:nvGraphicFramePr>
        <p:xfrm>
          <a:off x="371475" y="2135227"/>
          <a:ext cx="6229350" cy="1279997"/>
        </p:xfrm>
        <a:graphic>
          <a:graphicData uri="http://schemas.openxmlformats.org/drawingml/2006/table">
            <a:tbl>
              <a:tblPr/>
              <a:tblGrid>
                <a:gridCol w="400050">
                  <a:extLst>
                    <a:ext uri="{9D8B030D-6E8A-4147-A177-3AD203B41FA5}">
                      <a16:colId xmlns:a16="http://schemas.microsoft.com/office/drawing/2014/main" val="1608014417"/>
                    </a:ext>
                  </a:extLst>
                </a:gridCol>
                <a:gridCol w="428625">
                  <a:extLst>
                    <a:ext uri="{9D8B030D-6E8A-4147-A177-3AD203B41FA5}">
                      <a16:colId xmlns:a16="http://schemas.microsoft.com/office/drawing/2014/main" val="1283590848"/>
                    </a:ext>
                  </a:extLst>
                </a:gridCol>
                <a:gridCol w="2781300">
                  <a:extLst>
                    <a:ext uri="{9D8B030D-6E8A-4147-A177-3AD203B41FA5}">
                      <a16:colId xmlns:a16="http://schemas.microsoft.com/office/drawing/2014/main" val="927028402"/>
                    </a:ext>
                  </a:extLst>
                </a:gridCol>
                <a:gridCol w="1200150">
                  <a:extLst>
                    <a:ext uri="{9D8B030D-6E8A-4147-A177-3AD203B41FA5}">
                      <a16:colId xmlns:a16="http://schemas.microsoft.com/office/drawing/2014/main" val="812247971"/>
                    </a:ext>
                  </a:extLst>
                </a:gridCol>
                <a:gridCol w="1419225">
                  <a:extLst>
                    <a:ext uri="{9D8B030D-6E8A-4147-A177-3AD203B41FA5}">
                      <a16:colId xmlns:a16="http://schemas.microsoft.com/office/drawing/2014/main" val="1828395306"/>
                    </a:ext>
                  </a:extLst>
                </a:gridCol>
              </a:tblGrid>
              <a:tr h="315152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Item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QTD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Descrição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Valor Unitário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Valor Total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3413218"/>
                  </a:ext>
                </a:extLst>
              </a:tr>
              <a:tr h="354771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Gancho divisor </a:t>
                      </a:r>
                      <a:r>
                        <a:rPr lang="pt-BR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Fukasaku</a:t>
                      </a: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, borda inferior angulada em 90º para baixo e cortante, e a superior, com curvatura central e romba, cabo redondo, 12cm de comprimento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R$            1.452,96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R$                1.452,96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8709593"/>
                  </a:ext>
                </a:extLst>
              </a:tr>
              <a:tr h="223800">
                <a:tc>
                  <a:txBody>
                    <a:bodyPr/>
                    <a:lstStyle/>
                    <a:p>
                      <a:pPr algn="ctr" fontAlgn="ctr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R$                1.452,96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77237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98173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Imagem 118">
            <a:extLst>
              <a:ext uri="{FF2B5EF4-FFF2-40B4-BE49-F238E27FC236}">
                <a16:creationId xmlns:a16="http://schemas.microsoft.com/office/drawing/2014/main" id="{161D6423-6F5E-4705-BB75-2AC4B334E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0" name="Imagem 119">
            <a:extLst>
              <a:ext uri="{FF2B5EF4-FFF2-40B4-BE49-F238E27FC236}">
                <a16:creationId xmlns:a16="http://schemas.microsoft.com/office/drawing/2014/main" id="{722DADA6-2B15-4F18-8F6E-B3E48B06DF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1" name="Imagem 120">
            <a:extLst>
              <a:ext uri="{FF2B5EF4-FFF2-40B4-BE49-F238E27FC236}">
                <a16:creationId xmlns:a16="http://schemas.microsoft.com/office/drawing/2014/main" id="{2D0FE011-E21B-4CF4-898E-BC76C0AD52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" name="Imagem 121">
            <a:extLst>
              <a:ext uri="{FF2B5EF4-FFF2-40B4-BE49-F238E27FC236}">
                <a16:creationId xmlns:a16="http://schemas.microsoft.com/office/drawing/2014/main" id="{3786AF95-D042-408B-98F1-ACE44911FC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3" name="Imagem 122">
            <a:extLst>
              <a:ext uri="{FF2B5EF4-FFF2-40B4-BE49-F238E27FC236}">
                <a16:creationId xmlns:a16="http://schemas.microsoft.com/office/drawing/2014/main" id="{8A6C5BC7-BB9E-4AC6-B8C8-B039E58E8A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4" name="Imagem 123">
            <a:extLst>
              <a:ext uri="{FF2B5EF4-FFF2-40B4-BE49-F238E27FC236}">
                <a16:creationId xmlns:a16="http://schemas.microsoft.com/office/drawing/2014/main" id="{45BD8EC7-99B5-4703-8757-997751BCA3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" name="Imagem 124">
            <a:extLst>
              <a:ext uri="{FF2B5EF4-FFF2-40B4-BE49-F238E27FC236}">
                <a16:creationId xmlns:a16="http://schemas.microsoft.com/office/drawing/2014/main" id="{2DFF9027-DEE2-41BC-B6D6-B75750BA1B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6" name="Imagem 125">
            <a:extLst>
              <a:ext uri="{FF2B5EF4-FFF2-40B4-BE49-F238E27FC236}">
                <a16:creationId xmlns:a16="http://schemas.microsoft.com/office/drawing/2014/main" id="{9B9A0621-9AF7-4FE7-B5F7-AB2C8063A7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7" name="Imagem 126">
            <a:extLst>
              <a:ext uri="{FF2B5EF4-FFF2-40B4-BE49-F238E27FC236}">
                <a16:creationId xmlns:a16="http://schemas.microsoft.com/office/drawing/2014/main" id="{9F44B502-7142-4C19-8895-61483B8451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8" name="Imagem 127">
            <a:extLst>
              <a:ext uri="{FF2B5EF4-FFF2-40B4-BE49-F238E27FC236}">
                <a16:creationId xmlns:a16="http://schemas.microsoft.com/office/drawing/2014/main" id="{F7EB3CF0-DA88-4F96-B7DD-CCE751EEA2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8387906" y="670924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9" name="Imagem 128">
            <a:extLst>
              <a:ext uri="{FF2B5EF4-FFF2-40B4-BE49-F238E27FC236}">
                <a16:creationId xmlns:a16="http://schemas.microsoft.com/office/drawing/2014/main" id="{D69CE02E-EFD4-4C94-B0CE-C212933F4F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0" name="Imagem 129">
            <a:extLst>
              <a:ext uri="{FF2B5EF4-FFF2-40B4-BE49-F238E27FC236}">
                <a16:creationId xmlns:a16="http://schemas.microsoft.com/office/drawing/2014/main" id="{FFB20994-8EAA-422E-B81B-D958ADA012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1" name="Imagem 130">
            <a:extLst>
              <a:ext uri="{FF2B5EF4-FFF2-40B4-BE49-F238E27FC236}">
                <a16:creationId xmlns:a16="http://schemas.microsoft.com/office/drawing/2014/main" id="{54A5F838-B95B-4FE8-9628-E948741749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2" name="Imagem 131">
            <a:extLst>
              <a:ext uri="{FF2B5EF4-FFF2-40B4-BE49-F238E27FC236}">
                <a16:creationId xmlns:a16="http://schemas.microsoft.com/office/drawing/2014/main" id="{7944C855-AB3E-4381-A935-6AF80C11D8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" name="Imagem 132">
            <a:extLst>
              <a:ext uri="{FF2B5EF4-FFF2-40B4-BE49-F238E27FC236}">
                <a16:creationId xmlns:a16="http://schemas.microsoft.com/office/drawing/2014/main" id="{0A864639-A148-4E69-AA0E-A3D315F0C9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4" name="Imagem 133">
            <a:extLst>
              <a:ext uri="{FF2B5EF4-FFF2-40B4-BE49-F238E27FC236}">
                <a16:creationId xmlns:a16="http://schemas.microsoft.com/office/drawing/2014/main" id="{CEAA8F55-9C32-4EC5-B137-5D205C4C03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54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5" name="Imagem 134">
            <a:extLst>
              <a:ext uri="{FF2B5EF4-FFF2-40B4-BE49-F238E27FC236}">
                <a16:creationId xmlns:a16="http://schemas.microsoft.com/office/drawing/2014/main" id="{E2B78E97-6E9C-4854-81CA-A13E86F089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266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6" name="Imagem 135">
            <a:extLst>
              <a:ext uri="{FF2B5EF4-FFF2-40B4-BE49-F238E27FC236}">
                <a16:creationId xmlns:a16="http://schemas.microsoft.com/office/drawing/2014/main" id="{D36F858D-346D-47AD-8C55-5560A8C5B6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679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7" name="Imagem 136">
            <a:extLst>
              <a:ext uri="{FF2B5EF4-FFF2-40B4-BE49-F238E27FC236}">
                <a16:creationId xmlns:a16="http://schemas.microsoft.com/office/drawing/2014/main" id="{7A52B800-E660-44A2-807C-46657DAE50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092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8" name="Imagem 137">
            <a:extLst>
              <a:ext uri="{FF2B5EF4-FFF2-40B4-BE49-F238E27FC236}">
                <a16:creationId xmlns:a16="http://schemas.microsoft.com/office/drawing/2014/main" id="{CB07170D-962A-4CD1-8436-3AEC77BA45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69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9" name="Imagem 138">
            <a:extLst>
              <a:ext uri="{FF2B5EF4-FFF2-40B4-BE49-F238E27FC236}">
                <a16:creationId xmlns:a16="http://schemas.microsoft.com/office/drawing/2014/main" id="{D3BE0DC4-EBE4-466C-BB38-2A922AC09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298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0" name="Imagem 139">
            <a:extLst>
              <a:ext uri="{FF2B5EF4-FFF2-40B4-BE49-F238E27FC236}">
                <a16:creationId xmlns:a16="http://schemas.microsoft.com/office/drawing/2014/main" id="{E341F1B0-D46C-4975-8614-5AFBAD4C0D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1" name="Imagem 140">
            <a:extLst>
              <a:ext uri="{FF2B5EF4-FFF2-40B4-BE49-F238E27FC236}">
                <a16:creationId xmlns:a16="http://schemas.microsoft.com/office/drawing/2014/main" id="{E85564F9-BB2F-4EA2-98DD-D47422C448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2" name="Imagem 141">
            <a:extLst>
              <a:ext uri="{FF2B5EF4-FFF2-40B4-BE49-F238E27FC236}">
                <a16:creationId xmlns:a16="http://schemas.microsoft.com/office/drawing/2014/main" id="{55CFB103-813B-4399-A3B1-A71C00A7E0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05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" name="Imagem 142">
            <a:extLst>
              <a:ext uri="{FF2B5EF4-FFF2-40B4-BE49-F238E27FC236}">
                <a16:creationId xmlns:a16="http://schemas.microsoft.com/office/drawing/2014/main" id="{3FC4B4F5-BBB3-4E6B-BAFC-ABC7659546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299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4" name="Imagem 143">
            <a:extLst>
              <a:ext uri="{FF2B5EF4-FFF2-40B4-BE49-F238E27FC236}">
                <a16:creationId xmlns:a16="http://schemas.microsoft.com/office/drawing/2014/main" id="{FA848A0C-B4D0-469C-96D7-5DA5DD6AB5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02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5" name="Imagem 144">
            <a:extLst>
              <a:ext uri="{FF2B5EF4-FFF2-40B4-BE49-F238E27FC236}">
                <a16:creationId xmlns:a16="http://schemas.microsoft.com/office/drawing/2014/main" id="{7A9A0FEB-D292-4E88-B4E4-E6021713B4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0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6" name="Imagem 145">
            <a:extLst>
              <a:ext uri="{FF2B5EF4-FFF2-40B4-BE49-F238E27FC236}">
                <a16:creationId xmlns:a16="http://schemas.microsoft.com/office/drawing/2014/main" id="{6FC23C8C-91E0-4A67-A22A-614553AE7A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0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7" name="Imagem 146">
            <a:extLst>
              <a:ext uri="{FF2B5EF4-FFF2-40B4-BE49-F238E27FC236}">
                <a16:creationId xmlns:a16="http://schemas.microsoft.com/office/drawing/2014/main" id="{9AAD4519-8740-4D43-A3E6-2378FB201A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299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8" name="Imagem 147">
            <a:extLst>
              <a:ext uri="{FF2B5EF4-FFF2-40B4-BE49-F238E27FC236}">
                <a16:creationId xmlns:a16="http://schemas.microsoft.com/office/drawing/2014/main" id="{263AF299-7762-482A-AC4B-DA35561D15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299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9" name="Imagem 148">
            <a:extLst>
              <a:ext uri="{FF2B5EF4-FFF2-40B4-BE49-F238E27FC236}">
                <a16:creationId xmlns:a16="http://schemas.microsoft.com/office/drawing/2014/main" id="{FC89D85C-D055-452E-B862-AF3B452867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1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0" name="Imagem 149">
            <a:extLst>
              <a:ext uri="{FF2B5EF4-FFF2-40B4-BE49-F238E27FC236}">
                <a16:creationId xmlns:a16="http://schemas.microsoft.com/office/drawing/2014/main" id="{9E83B946-FEC4-41BC-918B-1AE1434FF4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24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1" name="Imagem 150">
            <a:extLst>
              <a:ext uri="{FF2B5EF4-FFF2-40B4-BE49-F238E27FC236}">
                <a16:creationId xmlns:a16="http://schemas.microsoft.com/office/drawing/2014/main" id="{5C7F4C2F-6BF7-4990-8876-EE2EA2BDC7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31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2" name="Imagem 151">
            <a:extLst>
              <a:ext uri="{FF2B5EF4-FFF2-40B4-BE49-F238E27FC236}">
                <a16:creationId xmlns:a16="http://schemas.microsoft.com/office/drawing/2014/main" id="{2FD2B627-FBB6-4948-A037-7C4E59D489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44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" name="Imagem 152">
            <a:extLst>
              <a:ext uri="{FF2B5EF4-FFF2-40B4-BE49-F238E27FC236}">
                <a16:creationId xmlns:a16="http://schemas.microsoft.com/office/drawing/2014/main" id="{F42092F3-C194-4FC5-B7B5-11DF9D24A9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56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4" name="Imagem 153">
            <a:extLst>
              <a:ext uri="{FF2B5EF4-FFF2-40B4-BE49-F238E27FC236}">
                <a16:creationId xmlns:a16="http://schemas.microsoft.com/office/drawing/2014/main" id="{C7F7EE30-EA36-467A-B337-A697F4F88C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50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5" name="Imagem 154">
            <a:extLst>
              <a:ext uri="{FF2B5EF4-FFF2-40B4-BE49-F238E27FC236}">
                <a16:creationId xmlns:a16="http://schemas.microsoft.com/office/drawing/2014/main" id="{8A16B542-B8BD-4A5E-8550-F9605119B5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44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6" name="Imagem 155">
            <a:extLst>
              <a:ext uri="{FF2B5EF4-FFF2-40B4-BE49-F238E27FC236}">
                <a16:creationId xmlns:a16="http://schemas.microsoft.com/office/drawing/2014/main" id="{D9EE6773-BCA3-4B35-A426-B5EC250F0B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38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7" name="Imagem 156">
            <a:extLst>
              <a:ext uri="{FF2B5EF4-FFF2-40B4-BE49-F238E27FC236}">
                <a16:creationId xmlns:a16="http://schemas.microsoft.com/office/drawing/2014/main" id="{022B1C78-1FB5-43E8-A3B2-548137C83B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38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8" name="Imagem 157">
            <a:extLst>
              <a:ext uri="{FF2B5EF4-FFF2-40B4-BE49-F238E27FC236}">
                <a16:creationId xmlns:a16="http://schemas.microsoft.com/office/drawing/2014/main" id="{4E153321-D880-4CBC-BA4C-F56C14B3E8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31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9" name="Imagem 158">
            <a:extLst>
              <a:ext uri="{FF2B5EF4-FFF2-40B4-BE49-F238E27FC236}">
                <a16:creationId xmlns:a16="http://schemas.microsoft.com/office/drawing/2014/main" id="{1540E931-4F3A-4DBD-819E-848956CD7F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25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0" name="Imagem 159">
            <a:extLst>
              <a:ext uri="{FF2B5EF4-FFF2-40B4-BE49-F238E27FC236}">
                <a16:creationId xmlns:a16="http://schemas.microsoft.com/office/drawing/2014/main" id="{5E193AD0-4E46-44BE-BDE9-29A04FFBF0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25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1" name="Imagem 160">
            <a:extLst>
              <a:ext uri="{FF2B5EF4-FFF2-40B4-BE49-F238E27FC236}">
                <a16:creationId xmlns:a16="http://schemas.microsoft.com/office/drawing/2014/main" id="{B6C1ED8B-AE0B-4860-A8DF-CB079FF173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2" name="Imagem 161">
            <a:extLst>
              <a:ext uri="{FF2B5EF4-FFF2-40B4-BE49-F238E27FC236}">
                <a16:creationId xmlns:a16="http://schemas.microsoft.com/office/drawing/2014/main" id="{0D1CD217-0D62-49E1-9652-C088212C85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" name="Imagem 162">
            <a:extLst>
              <a:ext uri="{FF2B5EF4-FFF2-40B4-BE49-F238E27FC236}">
                <a16:creationId xmlns:a16="http://schemas.microsoft.com/office/drawing/2014/main" id="{4F096F3D-8620-41CB-926E-F1490C4408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51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4" name="Imagem 163">
            <a:extLst>
              <a:ext uri="{FF2B5EF4-FFF2-40B4-BE49-F238E27FC236}">
                <a16:creationId xmlns:a16="http://schemas.microsoft.com/office/drawing/2014/main" id="{45F26772-4173-4270-9D29-2B646829F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63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5" name="Imagem 164">
            <a:extLst>
              <a:ext uri="{FF2B5EF4-FFF2-40B4-BE49-F238E27FC236}">
                <a16:creationId xmlns:a16="http://schemas.microsoft.com/office/drawing/2014/main" id="{A3B7342A-4020-4BCF-A972-073924CBC3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76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6" name="Imagem 165">
            <a:extLst>
              <a:ext uri="{FF2B5EF4-FFF2-40B4-BE49-F238E27FC236}">
                <a16:creationId xmlns:a16="http://schemas.microsoft.com/office/drawing/2014/main" id="{AFD90D9A-C06D-47EC-8E81-B24BFB6EBF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79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7" name="Imagem 166">
            <a:extLst>
              <a:ext uri="{FF2B5EF4-FFF2-40B4-BE49-F238E27FC236}">
                <a16:creationId xmlns:a16="http://schemas.microsoft.com/office/drawing/2014/main" id="{DF9D6093-D309-4845-8A94-2F5CCF00E1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292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8" name="Imagem 167">
            <a:extLst>
              <a:ext uri="{FF2B5EF4-FFF2-40B4-BE49-F238E27FC236}">
                <a16:creationId xmlns:a16="http://schemas.microsoft.com/office/drawing/2014/main" id="{2E1E7B20-AB2B-4352-85B4-A574ADBD87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705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9" name="Imagem 168">
            <a:extLst>
              <a:ext uri="{FF2B5EF4-FFF2-40B4-BE49-F238E27FC236}">
                <a16:creationId xmlns:a16="http://schemas.microsoft.com/office/drawing/2014/main" id="{8C5612D7-7917-4A4C-B445-89DBEEF1AC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11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0" name="Imagem 169">
            <a:extLst>
              <a:ext uri="{FF2B5EF4-FFF2-40B4-BE49-F238E27FC236}">
                <a16:creationId xmlns:a16="http://schemas.microsoft.com/office/drawing/2014/main" id="{59FE477C-3FA3-47B5-8C96-DF26CA48FC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72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1" name="Imagem 170">
            <a:extLst>
              <a:ext uri="{FF2B5EF4-FFF2-40B4-BE49-F238E27FC236}">
                <a16:creationId xmlns:a16="http://schemas.microsoft.com/office/drawing/2014/main" id="{61852BA3-4062-4EA3-8F5F-FC42F14000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324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2" name="Imagem 171">
            <a:extLst>
              <a:ext uri="{FF2B5EF4-FFF2-40B4-BE49-F238E27FC236}">
                <a16:creationId xmlns:a16="http://schemas.microsoft.com/office/drawing/2014/main" id="{87E1FAF0-CB6D-4A1E-9A7C-CC4D2D7688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3" name="Imagem 172">
            <a:extLst>
              <a:ext uri="{FF2B5EF4-FFF2-40B4-BE49-F238E27FC236}">
                <a16:creationId xmlns:a16="http://schemas.microsoft.com/office/drawing/2014/main" id="{A4A640DC-D968-4C80-B6F4-3FEE50AB3C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30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" name="Imagem 173">
            <a:extLst>
              <a:ext uri="{FF2B5EF4-FFF2-40B4-BE49-F238E27FC236}">
                <a16:creationId xmlns:a16="http://schemas.microsoft.com/office/drawing/2014/main" id="{B68DAD35-226C-431C-A611-8C27C66353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324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5" name="Imagem 174">
            <a:extLst>
              <a:ext uri="{FF2B5EF4-FFF2-40B4-BE49-F238E27FC236}">
                <a16:creationId xmlns:a16="http://schemas.microsoft.com/office/drawing/2014/main" id="{D752EEC4-582E-423B-9485-638A1FA1EB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2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6" name="Imagem 175">
            <a:extLst>
              <a:ext uri="{FF2B5EF4-FFF2-40B4-BE49-F238E27FC236}">
                <a16:creationId xmlns:a16="http://schemas.microsoft.com/office/drawing/2014/main" id="{DDCD59E0-A7A1-4C94-A361-4BBF200656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3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7" name="Imagem 176">
            <a:extLst>
              <a:ext uri="{FF2B5EF4-FFF2-40B4-BE49-F238E27FC236}">
                <a16:creationId xmlns:a16="http://schemas.microsoft.com/office/drawing/2014/main" id="{0D731250-9881-4CC7-9CF9-B06EC1CDD4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324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8" name="Imagem 177">
            <a:extLst>
              <a:ext uri="{FF2B5EF4-FFF2-40B4-BE49-F238E27FC236}">
                <a16:creationId xmlns:a16="http://schemas.microsoft.com/office/drawing/2014/main" id="{6B29D517-3AA2-4104-852F-7BA2E869B8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3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9" name="Imagem 178">
            <a:extLst>
              <a:ext uri="{FF2B5EF4-FFF2-40B4-BE49-F238E27FC236}">
                <a16:creationId xmlns:a16="http://schemas.microsoft.com/office/drawing/2014/main" id="{CA61BDB6-3662-434C-A733-AAF96184BA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50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0" name="Imagem 179">
            <a:extLst>
              <a:ext uri="{FF2B5EF4-FFF2-40B4-BE49-F238E27FC236}">
                <a16:creationId xmlns:a16="http://schemas.microsoft.com/office/drawing/2014/main" id="{8CFEF3A9-A5FB-483B-BC61-350996B227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56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1" name="Imagem 180">
            <a:extLst>
              <a:ext uri="{FF2B5EF4-FFF2-40B4-BE49-F238E27FC236}">
                <a16:creationId xmlns:a16="http://schemas.microsoft.com/office/drawing/2014/main" id="{EFF1004A-6C6D-4182-BF61-B41ECD45FA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69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2" name="Imagem 181">
            <a:extLst>
              <a:ext uri="{FF2B5EF4-FFF2-40B4-BE49-F238E27FC236}">
                <a16:creationId xmlns:a16="http://schemas.microsoft.com/office/drawing/2014/main" id="{5A695C96-5C10-4FB8-BD21-DD39FE4993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82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3" name="Imagem 182">
            <a:extLst>
              <a:ext uri="{FF2B5EF4-FFF2-40B4-BE49-F238E27FC236}">
                <a16:creationId xmlns:a16="http://schemas.microsoft.com/office/drawing/2014/main" id="{B928FECF-9240-40B7-A533-D13D41B56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75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" name="Imagem 183">
            <a:extLst>
              <a:ext uri="{FF2B5EF4-FFF2-40B4-BE49-F238E27FC236}">
                <a16:creationId xmlns:a16="http://schemas.microsoft.com/office/drawing/2014/main" id="{823155B8-ACC9-44EF-AFA2-A483E2B8AC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69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5" name="Imagem 184">
            <a:extLst>
              <a:ext uri="{FF2B5EF4-FFF2-40B4-BE49-F238E27FC236}">
                <a16:creationId xmlns:a16="http://schemas.microsoft.com/office/drawing/2014/main" id="{9A042D9B-66C3-44F1-8361-D883FCC8AF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63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6" name="Imagem 185">
            <a:extLst>
              <a:ext uri="{FF2B5EF4-FFF2-40B4-BE49-F238E27FC236}">
                <a16:creationId xmlns:a16="http://schemas.microsoft.com/office/drawing/2014/main" id="{654E01E0-E664-4447-8748-E1978DEA91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57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7" name="Imagem 186">
            <a:extLst>
              <a:ext uri="{FF2B5EF4-FFF2-40B4-BE49-F238E27FC236}">
                <a16:creationId xmlns:a16="http://schemas.microsoft.com/office/drawing/2014/main" id="{55379AF6-6931-4D6E-B7EE-E61F631193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50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8" name="Imagem 187">
            <a:extLst>
              <a:ext uri="{FF2B5EF4-FFF2-40B4-BE49-F238E27FC236}">
                <a16:creationId xmlns:a16="http://schemas.microsoft.com/office/drawing/2014/main" id="{45A0918C-18C8-410F-B643-6C06F8683B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9" name="Imagem 188">
            <a:extLst>
              <a:ext uri="{FF2B5EF4-FFF2-40B4-BE49-F238E27FC236}">
                <a16:creationId xmlns:a16="http://schemas.microsoft.com/office/drawing/2014/main" id="{09CBA21E-4DAC-4C89-BEC9-1337399B7C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76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0" name="Imagem 189">
            <a:extLst>
              <a:ext uri="{FF2B5EF4-FFF2-40B4-BE49-F238E27FC236}">
                <a16:creationId xmlns:a16="http://schemas.microsoft.com/office/drawing/2014/main" id="{DABD66AC-1617-46E8-AC56-2C4D81C25A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89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1" name="Imagem 190">
            <a:extLst>
              <a:ext uri="{FF2B5EF4-FFF2-40B4-BE49-F238E27FC236}">
                <a16:creationId xmlns:a16="http://schemas.microsoft.com/office/drawing/2014/main" id="{9CDB7E2F-0C1F-445C-8845-731A651149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76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2" name="Imagem 191">
            <a:extLst>
              <a:ext uri="{FF2B5EF4-FFF2-40B4-BE49-F238E27FC236}">
                <a16:creationId xmlns:a16="http://schemas.microsoft.com/office/drawing/2014/main" id="{F918BF0A-B717-46C8-B23D-7CDBE5BBD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79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3" name="Imagem 192">
            <a:extLst>
              <a:ext uri="{FF2B5EF4-FFF2-40B4-BE49-F238E27FC236}">
                <a16:creationId xmlns:a16="http://schemas.microsoft.com/office/drawing/2014/main" id="{70369306-184C-414A-A6F2-859DE7E7BA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4994" y="85082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" name="Imagem 193">
            <a:extLst>
              <a:ext uri="{FF2B5EF4-FFF2-40B4-BE49-F238E27FC236}">
                <a16:creationId xmlns:a16="http://schemas.microsoft.com/office/drawing/2014/main" id="{593FD6C2-ED5A-48E7-83FD-2D539429F7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705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5" name="Imagem 194">
            <a:extLst>
              <a:ext uri="{FF2B5EF4-FFF2-40B4-BE49-F238E27FC236}">
                <a16:creationId xmlns:a16="http://schemas.microsoft.com/office/drawing/2014/main" id="{80D5B71D-A70C-460D-B1EE-D95B23769D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11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6" name="Imagem 195">
            <a:extLst>
              <a:ext uri="{FF2B5EF4-FFF2-40B4-BE49-F238E27FC236}">
                <a16:creationId xmlns:a16="http://schemas.microsoft.com/office/drawing/2014/main" id="{1FF807CF-7ADA-409D-BCF1-C05D2454B7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72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7" name="Imagem 196">
            <a:extLst>
              <a:ext uri="{FF2B5EF4-FFF2-40B4-BE49-F238E27FC236}">
                <a16:creationId xmlns:a16="http://schemas.microsoft.com/office/drawing/2014/main" id="{81112BAA-802C-47F0-AEA7-BB7E0B12B2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324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8" name="Imagem 197">
            <a:extLst>
              <a:ext uri="{FF2B5EF4-FFF2-40B4-BE49-F238E27FC236}">
                <a16:creationId xmlns:a16="http://schemas.microsoft.com/office/drawing/2014/main" id="{609B43BA-E4B3-430E-B0B5-AFAB693D1E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9" name="Imagem 198">
            <a:extLst>
              <a:ext uri="{FF2B5EF4-FFF2-40B4-BE49-F238E27FC236}">
                <a16:creationId xmlns:a16="http://schemas.microsoft.com/office/drawing/2014/main" id="{A984A124-9D54-460F-8811-F874D2E835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30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0" name="Imagem 199">
            <a:extLst>
              <a:ext uri="{FF2B5EF4-FFF2-40B4-BE49-F238E27FC236}">
                <a16:creationId xmlns:a16="http://schemas.microsoft.com/office/drawing/2014/main" id="{E547A243-7DBA-41BB-86B6-3EFAB0D1E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324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1" name="Imagem 200">
            <a:extLst>
              <a:ext uri="{FF2B5EF4-FFF2-40B4-BE49-F238E27FC236}">
                <a16:creationId xmlns:a16="http://schemas.microsoft.com/office/drawing/2014/main" id="{A734AC93-F7A4-47CB-BFC5-373C5C3DD0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2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2" name="Imagem 201">
            <a:extLst>
              <a:ext uri="{FF2B5EF4-FFF2-40B4-BE49-F238E27FC236}">
                <a16:creationId xmlns:a16="http://schemas.microsoft.com/office/drawing/2014/main" id="{DE493767-73F9-4415-93EB-3CCDEC6FFA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3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3" name="Imagem 202">
            <a:extLst>
              <a:ext uri="{FF2B5EF4-FFF2-40B4-BE49-F238E27FC236}">
                <a16:creationId xmlns:a16="http://schemas.microsoft.com/office/drawing/2014/main" id="{453F24B8-D29B-4EDB-9662-42488DC85C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324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" name="Imagem 203">
            <a:extLst>
              <a:ext uri="{FF2B5EF4-FFF2-40B4-BE49-F238E27FC236}">
                <a16:creationId xmlns:a16="http://schemas.microsoft.com/office/drawing/2014/main" id="{842E36B2-4558-46D0-9207-410ED46FB7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3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" name="Imagem 204">
            <a:extLst>
              <a:ext uri="{FF2B5EF4-FFF2-40B4-BE49-F238E27FC236}">
                <a16:creationId xmlns:a16="http://schemas.microsoft.com/office/drawing/2014/main" id="{B29143EF-85DF-40D2-9ECD-105ED220C2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50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" name="Imagem 205">
            <a:extLst>
              <a:ext uri="{FF2B5EF4-FFF2-40B4-BE49-F238E27FC236}">
                <a16:creationId xmlns:a16="http://schemas.microsoft.com/office/drawing/2014/main" id="{BD055501-11C7-4EBF-8D78-A152051804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56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" name="Imagem 206">
            <a:extLst>
              <a:ext uri="{FF2B5EF4-FFF2-40B4-BE49-F238E27FC236}">
                <a16:creationId xmlns:a16="http://schemas.microsoft.com/office/drawing/2014/main" id="{47EC9676-5228-4D84-B14F-2939804AF6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69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8" name="Imagem 207">
            <a:extLst>
              <a:ext uri="{FF2B5EF4-FFF2-40B4-BE49-F238E27FC236}">
                <a16:creationId xmlns:a16="http://schemas.microsoft.com/office/drawing/2014/main" id="{FB269D79-EC6F-48F5-952B-16DEBB40AA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82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9" name="Imagem 208">
            <a:extLst>
              <a:ext uri="{FF2B5EF4-FFF2-40B4-BE49-F238E27FC236}">
                <a16:creationId xmlns:a16="http://schemas.microsoft.com/office/drawing/2014/main" id="{5506F496-704B-4C30-BDCA-CC4AFF63F7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75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0" name="Imagem 209">
            <a:extLst>
              <a:ext uri="{FF2B5EF4-FFF2-40B4-BE49-F238E27FC236}">
                <a16:creationId xmlns:a16="http://schemas.microsoft.com/office/drawing/2014/main" id="{CA82FCFB-FBD3-4553-A698-B516BB6C95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69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1" name="Imagem 210">
            <a:extLst>
              <a:ext uri="{FF2B5EF4-FFF2-40B4-BE49-F238E27FC236}">
                <a16:creationId xmlns:a16="http://schemas.microsoft.com/office/drawing/2014/main" id="{09CD5AE6-1D3B-4B3A-A525-79D89582BC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63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2" name="Imagem 211">
            <a:extLst>
              <a:ext uri="{FF2B5EF4-FFF2-40B4-BE49-F238E27FC236}">
                <a16:creationId xmlns:a16="http://schemas.microsoft.com/office/drawing/2014/main" id="{45CCDAA5-3E63-40A6-AB2A-CE4579F7C3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57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3" name="Imagem 212">
            <a:extLst>
              <a:ext uri="{FF2B5EF4-FFF2-40B4-BE49-F238E27FC236}">
                <a16:creationId xmlns:a16="http://schemas.microsoft.com/office/drawing/2014/main" id="{7A469BA0-4F51-4050-9C1F-F98334EF3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50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4" name="Imagem 213">
            <a:extLst>
              <a:ext uri="{FF2B5EF4-FFF2-40B4-BE49-F238E27FC236}">
                <a16:creationId xmlns:a16="http://schemas.microsoft.com/office/drawing/2014/main" id="{4A1A2341-2C64-4B83-B1E6-E75EEBD252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5" name="Imagem 214">
            <a:extLst>
              <a:ext uri="{FF2B5EF4-FFF2-40B4-BE49-F238E27FC236}">
                <a16:creationId xmlns:a16="http://schemas.microsoft.com/office/drawing/2014/main" id="{9E83850A-99F9-40C3-B00E-DB05FA64DC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76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6" name="Imagem 215">
            <a:extLst>
              <a:ext uri="{FF2B5EF4-FFF2-40B4-BE49-F238E27FC236}">
                <a16:creationId xmlns:a16="http://schemas.microsoft.com/office/drawing/2014/main" id="{9B9184DC-2832-43EA-98A6-B58F2849B0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89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7" name="Imagem 216">
            <a:extLst>
              <a:ext uri="{FF2B5EF4-FFF2-40B4-BE49-F238E27FC236}">
                <a16:creationId xmlns:a16="http://schemas.microsoft.com/office/drawing/2014/main" id="{B72CFC47-B521-4557-AF7D-1F1B27006F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3231" y="89717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8" name="Imagem 217">
            <a:extLst>
              <a:ext uri="{FF2B5EF4-FFF2-40B4-BE49-F238E27FC236}">
                <a16:creationId xmlns:a16="http://schemas.microsoft.com/office/drawing/2014/main" id="{5236ED20-50AF-4510-BA39-82D2D432F6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9" name="Imagem 218">
            <a:extLst>
              <a:ext uri="{FF2B5EF4-FFF2-40B4-BE49-F238E27FC236}">
                <a16:creationId xmlns:a16="http://schemas.microsoft.com/office/drawing/2014/main" id="{49FC15E1-BD8F-43C5-B194-81776BC473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0" name="Imagem 219">
            <a:extLst>
              <a:ext uri="{FF2B5EF4-FFF2-40B4-BE49-F238E27FC236}">
                <a16:creationId xmlns:a16="http://schemas.microsoft.com/office/drawing/2014/main" id="{144E26AB-9FEC-4471-9CC0-BAD20010FA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1" name="Imagem 220">
            <a:extLst>
              <a:ext uri="{FF2B5EF4-FFF2-40B4-BE49-F238E27FC236}">
                <a16:creationId xmlns:a16="http://schemas.microsoft.com/office/drawing/2014/main" id="{F20F60CA-9177-4067-AFA8-D309F8E5AB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2" name="Imagem 221">
            <a:extLst>
              <a:ext uri="{FF2B5EF4-FFF2-40B4-BE49-F238E27FC236}">
                <a16:creationId xmlns:a16="http://schemas.microsoft.com/office/drawing/2014/main" id="{F9C64D45-C36B-466C-BBA0-8A4BB2CDEE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3" name="Imagem 222">
            <a:extLst>
              <a:ext uri="{FF2B5EF4-FFF2-40B4-BE49-F238E27FC236}">
                <a16:creationId xmlns:a16="http://schemas.microsoft.com/office/drawing/2014/main" id="{561F8704-0604-4E8B-A00C-24D49678D8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4" name="Imagem 223">
            <a:extLst>
              <a:ext uri="{FF2B5EF4-FFF2-40B4-BE49-F238E27FC236}">
                <a16:creationId xmlns:a16="http://schemas.microsoft.com/office/drawing/2014/main" id="{89EE0224-6912-4705-9EB9-23E1C9F33B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" name="Imagem 224">
            <a:extLst>
              <a:ext uri="{FF2B5EF4-FFF2-40B4-BE49-F238E27FC236}">
                <a16:creationId xmlns:a16="http://schemas.microsoft.com/office/drawing/2014/main" id="{E6AE6262-0929-4556-B506-6FD12941B4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7" name="Imagem 226">
            <a:extLst>
              <a:ext uri="{FF2B5EF4-FFF2-40B4-BE49-F238E27FC236}">
                <a16:creationId xmlns:a16="http://schemas.microsoft.com/office/drawing/2014/main" id="{161D6423-6F5E-4705-BB75-2AC4B334E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8" name="Imagem 227">
            <a:extLst>
              <a:ext uri="{FF2B5EF4-FFF2-40B4-BE49-F238E27FC236}">
                <a16:creationId xmlns:a16="http://schemas.microsoft.com/office/drawing/2014/main" id="{722DADA6-2B15-4F18-8F6E-B3E48B06DF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9" name="Imagem 228">
            <a:extLst>
              <a:ext uri="{FF2B5EF4-FFF2-40B4-BE49-F238E27FC236}">
                <a16:creationId xmlns:a16="http://schemas.microsoft.com/office/drawing/2014/main" id="{2D0FE011-E21B-4CF4-898E-BC76C0AD52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0" name="Imagem 229">
            <a:extLst>
              <a:ext uri="{FF2B5EF4-FFF2-40B4-BE49-F238E27FC236}">
                <a16:creationId xmlns:a16="http://schemas.microsoft.com/office/drawing/2014/main" id="{3786AF95-D042-408B-98F1-ACE44911FC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1" name="Imagem 230">
            <a:extLst>
              <a:ext uri="{FF2B5EF4-FFF2-40B4-BE49-F238E27FC236}">
                <a16:creationId xmlns:a16="http://schemas.microsoft.com/office/drawing/2014/main" id="{8A6C5BC7-BB9E-4AC6-B8C8-B039E58E8A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2" name="Imagem 231">
            <a:extLst>
              <a:ext uri="{FF2B5EF4-FFF2-40B4-BE49-F238E27FC236}">
                <a16:creationId xmlns:a16="http://schemas.microsoft.com/office/drawing/2014/main" id="{45BD8EC7-99B5-4703-8757-997751BCA3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3" name="Imagem 232">
            <a:extLst>
              <a:ext uri="{FF2B5EF4-FFF2-40B4-BE49-F238E27FC236}">
                <a16:creationId xmlns:a16="http://schemas.microsoft.com/office/drawing/2014/main" id="{2DFF9027-DEE2-41BC-B6D6-B75750BA1B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4" name="Imagem 233">
            <a:extLst>
              <a:ext uri="{FF2B5EF4-FFF2-40B4-BE49-F238E27FC236}">
                <a16:creationId xmlns:a16="http://schemas.microsoft.com/office/drawing/2014/main" id="{9B9A0621-9AF7-4FE7-B5F7-AB2C8063A7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5" name="Imagem 234">
            <a:extLst>
              <a:ext uri="{FF2B5EF4-FFF2-40B4-BE49-F238E27FC236}">
                <a16:creationId xmlns:a16="http://schemas.microsoft.com/office/drawing/2014/main" id="{9F44B502-7142-4C19-8895-61483B8451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6" name="Imagem 235">
            <a:extLst>
              <a:ext uri="{FF2B5EF4-FFF2-40B4-BE49-F238E27FC236}">
                <a16:creationId xmlns:a16="http://schemas.microsoft.com/office/drawing/2014/main" id="{F7EB3CF0-DA88-4F96-B7DD-CCE751EEA2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672941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7" name="Imagem 236">
            <a:extLst>
              <a:ext uri="{FF2B5EF4-FFF2-40B4-BE49-F238E27FC236}">
                <a16:creationId xmlns:a16="http://schemas.microsoft.com/office/drawing/2014/main" id="{D69CE02E-EFD4-4C94-B0CE-C212933F4F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8" name="Imagem 237">
            <a:extLst>
              <a:ext uri="{FF2B5EF4-FFF2-40B4-BE49-F238E27FC236}">
                <a16:creationId xmlns:a16="http://schemas.microsoft.com/office/drawing/2014/main" id="{FFB20994-8EAA-422E-B81B-D958ADA012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9" name="Imagem 238">
            <a:extLst>
              <a:ext uri="{FF2B5EF4-FFF2-40B4-BE49-F238E27FC236}">
                <a16:creationId xmlns:a16="http://schemas.microsoft.com/office/drawing/2014/main" id="{54A5F838-B95B-4FE8-9628-E948741749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0" name="Imagem 239">
            <a:extLst>
              <a:ext uri="{FF2B5EF4-FFF2-40B4-BE49-F238E27FC236}">
                <a16:creationId xmlns:a16="http://schemas.microsoft.com/office/drawing/2014/main" id="{7944C855-AB3E-4381-A935-6AF80C11D8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1" name="Imagem 240">
            <a:extLst>
              <a:ext uri="{FF2B5EF4-FFF2-40B4-BE49-F238E27FC236}">
                <a16:creationId xmlns:a16="http://schemas.microsoft.com/office/drawing/2014/main" id="{0A864639-A148-4E69-AA0E-A3D315F0C9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2" name="Imagem 241">
            <a:extLst>
              <a:ext uri="{FF2B5EF4-FFF2-40B4-BE49-F238E27FC236}">
                <a16:creationId xmlns:a16="http://schemas.microsoft.com/office/drawing/2014/main" id="{CEAA8F55-9C32-4EC5-B137-5D205C4C03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10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3" name="Imagem 242">
            <a:extLst>
              <a:ext uri="{FF2B5EF4-FFF2-40B4-BE49-F238E27FC236}">
                <a16:creationId xmlns:a16="http://schemas.microsoft.com/office/drawing/2014/main" id="{E2B78E97-6E9C-4854-81CA-A13E86F089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323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4" name="Imagem 243">
            <a:extLst>
              <a:ext uri="{FF2B5EF4-FFF2-40B4-BE49-F238E27FC236}">
                <a16:creationId xmlns:a16="http://schemas.microsoft.com/office/drawing/2014/main" id="{D36F858D-346D-47AD-8C55-5560A8C5B6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36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5" name="Imagem 244">
            <a:extLst>
              <a:ext uri="{FF2B5EF4-FFF2-40B4-BE49-F238E27FC236}">
                <a16:creationId xmlns:a16="http://schemas.microsoft.com/office/drawing/2014/main" id="{7A52B800-E660-44A2-807C-46657DAE50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48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6" name="Imagem 245">
            <a:extLst>
              <a:ext uri="{FF2B5EF4-FFF2-40B4-BE49-F238E27FC236}">
                <a16:creationId xmlns:a16="http://schemas.microsoft.com/office/drawing/2014/main" id="{CB07170D-962A-4CD1-8436-3AEC77BA45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5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7" name="Imagem 246">
            <a:extLst>
              <a:ext uri="{FF2B5EF4-FFF2-40B4-BE49-F238E27FC236}">
                <a16:creationId xmlns:a16="http://schemas.microsoft.com/office/drawing/2014/main" id="{D3BE0DC4-EBE4-466C-BB38-2A922AC09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55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8" name="Imagem 247">
            <a:extLst>
              <a:ext uri="{FF2B5EF4-FFF2-40B4-BE49-F238E27FC236}">
                <a16:creationId xmlns:a16="http://schemas.microsoft.com/office/drawing/2014/main" id="{E341F1B0-D46C-4975-8614-5AFBAD4C0D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9" name="Imagem 248">
            <a:extLst>
              <a:ext uri="{FF2B5EF4-FFF2-40B4-BE49-F238E27FC236}">
                <a16:creationId xmlns:a16="http://schemas.microsoft.com/office/drawing/2014/main" id="{E85564F9-BB2F-4EA2-98DD-D47422C448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0" name="Imagem 249">
            <a:extLst>
              <a:ext uri="{FF2B5EF4-FFF2-40B4-BE49-F238E27FC236}">
                <a16:creationId xmlns:a16="http://schemas.microsoft.com/office/drawing/2014/main" id="{55CFB103-813B-4399-A3B1-A71C00A7E0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61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1" name="Imagem 250">
            <a:extLst>
              <a:ext uri="{FF2B5EF4-FFF2-40B4-BE49-F238E27FC236}">
                <a16:creationId xmlns:a16="http://schemas.microsoft.com/office/drawing/2014/main" id="{3FC4B4F5-BBB3-4E6B-BAFC-ABC7659546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55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2" name="Imagem 251">
            <a:extLst>
              <a:ext uri="{FF2B5EF4-FFF2-40B4-BE49-F238E27FC236}">
                <a16:creationId xmlns:a16="http://schemas.microsoft.com/office/drawing/2014/main" id="{FA848A0C-B4D0-469C-96D7-5DA5DD6AB5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58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3" name="Imagem 252">
            <a:extLst>
              <a:ext uri="{FF2B5EF4-FFF2-40B4-BE49-F238E27FC236}">
                <a16:creationId xmlns:a16="http://schemas.microsoft.com/office/drawing/2014/main" id="{7A9A0FEB-D292-4E88-B4E4-E6021713B4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6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4" name="Imagem 253">
            <a:extLst>
              <a:ext uri="{FF2B5EF4-FFF2-40B4-BE49-F238E27FC236}">
                <a16:creationId xmlns:a16="http://schemas.microsoft.com/office/drawing/2014/main" id="{6FC23C8C-91E0-4A67-A22A-614553AE7A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6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5" name="Imagem 254">
            <a:extLst>
              <a:ext uri="{FF2B5EF4-FFF2-40B4-BE49-F238E27FC236}">
                <a16:creationId xmlns:a16="http://schemas.microsoft.com/office/drawing/2014/main" id="{9AAD4519-8740-4D43-A3E6-2378FB201A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55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6" name="Imagem 255">
            <a:extLst>
              <a:ext uri="{FF2B5EF4-FFF2-40B4-BE49-F238E27FC236}">
                <a16:creationId xmlns:a16="http://schemas.microsoft.com/office/drawing/2014/main" id="{263AF299-7762-482A-AC4B-DA35561D15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55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7" name="Imagem 256">
            <a:extLst>
              <a:ext uri="{FF2B5EF4-FFF2-40B4-BE49-F238E27FC236}">
                <a16:creationId xmlns:a16="http://schemas.microsoft.com/office/drawing/2014/main" id="{FC89D85C-D055-452E-B862-AF3B452867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6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8" name="Imagem 257">
            <a:extLst>
              <a:ext uri="{FF2B5EF4-FFF2-40B4-BE49-F238E27FC236}">
                <a16:creationId xmlns:a16="http://schemas.microsoft.com/office/drawing/2014/main" id="{9E83B946-FEC4-41BC-918B-1AE1434FF4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181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9" name="Imagem 258">
            <a:extLst>
              <a:ext uri="{FF2B5EF4-FFF2-40B4-BE49-F238E27FC236}">
                <a16:creationId xmlns:a16="http://schemas.microsoft.com/office/drawing/2014/main" id="{5C7F4C2F-6BF7-4990-8876-EE2EA2BDC7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387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0" name="Imagem 259">
            <a:extLst>
              <a:ext uri="{FF2B5EF4-FFF2-40B4-BE49-F238E27FC236}">
                <a16:creationId xmlns:a16="http://schemas.microsoft.com/office/drawing/2014/main" id="{2FD2B627-FBB6-4948-A037-7C4E59D489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00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1" name="Imagem 260">
            <a:extLst>
              <a:ext uri="{FF2B5EF4-FFF2-40B4-BE49-F238E27FC236}">
                <a16:creationId xmlns:a16="http://schemas.microsoft.com/office/drawing/2014/main" id="{F42092F3-C194-4FC5-B7B5-11DF9D24A9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131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2" name="Imagem 261">
            <a:extLst>
              <a:ext uri="{FF2B5EF4-FFF2-40B4-BE49-F238E27FC236}">
                <a16:creationId xmlns:a16="http://schemas.microsoft.com/office/drawing/2014/main" id="{C7F7EE30-EA36-467A-B337-A697F4F88C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06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3" name="Imagem 262">
            <a:extLst>
              <a:ext uri="{FF2B5EF4-FFF2-40B4-BE49-F238E27FC236}">
                <a16:creationId xmlns:a16="http://schemas.microsoft.com/office/drawing/2014/main" id="{8A16B542-B8BD-4A5E-8550-F9605119B5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00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4" name="Imagem 263">
            <a:extLst>
              <a:ext uri="{FF2B5EF4-FFF2-40B4-BE49-F238E27FC236}">
                <a16:creationId xmlns:a16="http://schemas.microsoft.com/office/drawing/2014/main" id="{D9EE6773-BCA3-4B35-A426-B5EC250F0B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594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5" name="Imagem 264">
            <a:extLst>
              <a:ext uri="{FF2B5EF4-FFF2-40B4-BE49-F238E27FC236}">
                <a16:creationId xmlns:a16="http://schemas.microsoft.com/office/drawing/2014/main" id="{022B1C78-1FB5-43E8-A3B2-548137C83B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594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6" name="Imagem 265">
            <a:extLst>
              <a:ext uri="{FF2B5EF4-FFF2-40B4-BE49-F238E27FC236}">
                <a16:creationId xmlns:a16="http://schemas.microsoft.com/office/drawing/2014/main" id="{4E153321-D880-4CBC-BA4C-F56C14B3E8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3881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7" name="Imagem 266">
            <a:extLst>
              <a:ext uri="{FF2B5EF4-FFF2-40B4-BE49-F238E27FC236}">
                <a16:creationId xmlns:a16="http://schemas.microsoft.com/office/drawing/2014/main" id="{1540E931-4F3A-4DBD-819E-848956CD7F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181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8" name="Imagem 267">
            <a:extLst>
              <a:ext uri="{FF2B5EF4-FFF2-40B4-BE49-F238E27FC236}">
                <a16:creationId xmlns:a16="http://schemas.microsoft.com/office/drawing/2014/main" id="{5E193AD0-4E46-44BE-BDE9-29A04FFBF0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181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9" name="Imagem 268">
            <a:extLst>
              <a:ext uri="{FF2B5EF4-FFF2-40B4-BE49-F238E27FC236}">
                <a16:creationId xmlns:a16="http://schemas.microsoft.com/office/drawing/2014/main" id="{B6C1ED8B-AE0B-4860-A8DF-CB079FF173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0" name="Imagem 269">
            <a:extLst>
              <a:ext uri="{FF2B5EF4-FFF2-40B4-BE49-F238E27FC236}">
                <a16:creationId xmlns:a16="http://schemas.microsoft.com/office/drawing/2014/main" id="{0D1CD217-0D62-49E1-9652-C088212C85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1" name="Imagem 270">
            <a:extLst>
              <a:ext uri="{FF2B5EF4-FFF2-40B4-BE49-F238E27FC236}">
                <a16:creationId xmlns:a16="http://schemas.microsoft.com/office/drawing/2014/main" id="{A3B7342A-4020-4BCF-A972-073924CBC3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32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2" name="Imagem 271">
            <a:extLst>
              <a:ext uri="{FF2B5EF4-FFF2-40B4-BE49-F238E27FC236}">
                <a16:creationId xmlns:a16="http://schemas.microsoft.com/office/drawing/2014/main" id="{AFD90D9A-C06D-47EC-8E81-B24BFB6EBF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35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3" name="Imagem 272">
            <a:extLst>
              <a:ext uri="{FF2B5EF4-FFF2-40B4-BE49-F238E27FC236}">
                <a16:creationId xmlns:a16="http://schemas.microsoft.com/office/drawing/2014/main" id="{DF9D6093-D309-4845-8A94-2F5CCF00E1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348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4" name="Imagem 273">
            <a:extLst>
              <a:ext uri="{FF2B5EF4-FFF2-40B4-BE49-F238E27FC236}">
                <a16:creationId xmlns:a16="http://schemas.microsoft.com/office/drawing/2014/main" id="{2E1E7B20-AB2B-4352-85B4-A574ADBD87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61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5" name="Imagem 274">
            <a:extLst>
              <a:ext uri="{FF2B5EF4-FFF2-40B4-BE49-F238E27FC236}">
                <a16:creationId xmlns:a16="http://schemas.microsoft.com/office/drawing/2014/main" id="{8C5612D7-7917-4A4C-B445-89DBEEF1AC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7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" name="Imagem 275">
            <a:extLst>
              <a:ext uri="{FF2B5EF4-FFF2-40B4-BE49-F238E27FC236}">
                <a16:creationId xmlns:a16="http://schemas.microsoft.com/office/drawing/2014/main" id="{59FE477C-3FA3-47B5-8C96-DF26CA48FC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7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7" name="Imagem 276">
            <a:extLst>
              <a:ext uri="{FF2B5EF4-FFF2-40B4-BE49-F238E27FC236}">
                <a16:creationId xmlns:a16="http://schemas.microsoft.com/office/drawing/2014/main" id="{61852BA3-4062-4EA3-8F5F-FC42F14000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80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8" name="Imagem 277">
            <a:extLst>
              <a:ext uri="{FF2B5EF4-FFF2-40B4-BE49-F238E27FC236}">
                <a16:creationId xmlns:a16="http://schemas.microsoft.com/office/drawing/2014/main" id="{87E1FAF0-CB6D-4A1E-9A7C-CC4D2D7688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9" name="Imagem 278">
            <a:extLst>
              <a:ext uri="{FF2B5EF4-FFF2-40B4-BE49-F238E27FC236}">
                <a16:creationId xmlns:a16="http://schemas.microsoft.com/office/drawing/2014/main" id="{A4A640DC-D968-4C80-B6F4-3FEE50AB3C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87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0" name="Imagem 279">
            <a:extLst>
              <a:ext uri="{FF2B5EF4-FFF2-40B4-BE49-F238E27FC236}">
                <a16:creationId xmlns:a16="http://schemas.microsoft.com/office/drawing/2014/main" id="{B68DAD35-226C-431C-A611-8C27C66353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80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1" name="Imagem 280">
            <a:extLst>
              <a:ext uri="{FF2B5EF4-FFF2-40B4-BE49-F238E27FC236}">
                <a16:creationId xmlns:a16="http://schemas.microsoft.com/office/drawing/2014/main" id="{D752EEC4-582E-423B-9485-638A1FA1EB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8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2" name="Imagem 281">
            <a:extLst>
              <a:ext uri="{FF2B5EF4-FFF2-40B4-BE49-F238E27FC236}">
                <a16:creationId xmlns:a16="http://schemas.microsoft.com/office/drawing/2014/main" id="{DDCD59E0-A7A1-4C94-A361-4BBF200656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8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3" name="Imagem 282">
            <a:extLst>
              <a:ext uri="{FF2B5EF4-FFF2-40B4-BE49-F238E27FC236}">
                <a16:creationId xmlns:a16="http://schemas.microsoft.com/office/drawing/2014/main" id="{0D731250-9881-4CC7-9CF9-B06EC1CDD4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81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4" name="Imagem 283">
            <a:extLst>
              <a:ext uri="{FF2B5EF4-FFF2-40B4-BE49-F238E27FC236}">
                <a16:creationId xmlns:a16="http://schemas.microsoft.com/office/drawing/2014/main" id="{6B29D517-3AA2-4104-852F-7BA2E869B8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9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5" name="Imagem 284">
            <a:extLst>
              <a:ext uri="{FF2B5EF4-FFF2-40B4-BE49-F238E27FC236}">
                <a16:creationId xmlns:a16="http://schemas.microsoft.com/office/drawing/2014/main" id="{CA61BDB6-3662-434C-A733-AAF96184BA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206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6" name="Imagem 285">
            <a:extLst>
              <a:ext uri="{FF2B5EF4-FFF2-40B4-BE49-F238E27FC236}">
                <a16:creationId xmlns:a16="http://schemas.microsoft.com/office/drawing/2014/main" id="{8CFEF3A9-A5FB-483B-BC61-350996B227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413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7" name="Imagem 286">
            <a:extLst>
              <a:ext uri="{FF2B5EF4-FFF2-40B4-BE49-F238E27FC236}">
                <a16:creationId xmlns:a16="http://schemas.microsoft.com/office/drawing/2014/main" id="{EFF1004A-6C6D-4182-BF61-B41ECD45FA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25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8" name="Imagem 287">
            <a:extLst>
              <a:ext uri="{FF2B5EF4-FFF2-40B4-BE49-F238E27FC236}">
                <a16:creationId xmlns:a16="http://schemas.microsoft.com/office/drawing/2014/main" id="{5A695C96-5C10-4FB8-BD21-DD39FE4993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38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9" name="Imagem 288">
            <a:extLst>
              <a:ext uri="{FF2B5EF4-FFF2-40B4-BE49-F238E27FC236}">
                <a16:creationId xmlns:a16="http://schemas.microsoft.com/office/drawing/2014/main" id="{B928FECF-9240-40B7-A533-D13D41B56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32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0" name="Imagem 289">
            <a:extLst>
              <a:ext uri="{FF2B5EF4-FFF2-40B4-BE49-F238E27FC236}">
                <a16:creationId xmlns:a16="http://schemas.microsoft.com/office/drawing/2014/main" id="{823155B8-ACC9-44EF-AFA2-A483E2B8AC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26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1" name="Imagem 290">
            <a:extLst>
              <a:ext uri="{FF2B5EF4-FFF2-40B4-BE49-F238E27FC236}">
                <a16:creationId xmlns:a16="http://schemas.microsoft.com/office/drawing/2014/main" id="{9A042D9B-66C3-44F1-8361-D883FCC8AF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619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2" name="Imagem 291">
            <a:extLst>
              <a:ext uri="{FF2B5EF4-FFF2-40B4-BE49-F238E27FC236}">
                <a16:creationId xmlns:a16="http://schemas.microsoft.com/office/drawing/2014/main" id="{654E01E0-E664-4447-8748-E1978DEA91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413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3" name="Imagem 292">
            <a:extLst>
              <a:ext uri="{FF2B5EF4-FFF2-40B4-BE49-F238E27FC236}">
                <a16:creationId xmlns:a16="http://schemas.microsoft.com/office/drawing/2014/main" id="{55379AF6-6931-4D6E-B7EE-E61F631193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207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4" name="Imagem 293">
            <a:extLst>
              <a:ext uri="{FF2B5EF4-FFF2-40B4-BE49-F238E27FC236}">
                <a16:creationId xmlns:a16="http://schemas.microsoft.com/office/drawing/2014/main" id="{45A0918C-18C8-410F-B643-6C06F8683B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5" name="Imagem 294">
            <a:extLst>
              <a:ext uri="{FF2B5EF4-FFF2-40B4-BE49-F238E27FC236}">
                <a16:creationId xmlns:a16="http://schemas.microsoft.com/office/drawing/2014/main" id="{9CDB7E2F-0C1F-445C-8845-731A651149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32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6" name="Imagem 295">
            <a:extLst>
              <a:ext uri="{FF2B5EF4-FFF2-40B4-BE49-F238E27FC236}">
                <a16:creationId xmlns:a16="http://schemas.microsoft.com/office/drawing/2014/main" id="{F918BF0A-B717-46C8-B23D-7CDBE5BBD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35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7" name="Imagem 296">
            <a:extLst>
              <a:ext uri="{FF2B5EF4-FFF2-40B4-BE49-F238E27FC236}">
                <a16:creationId xmlns:a16="http://schemas.microsoft.com/office/drawing/2014/main" id="{70369306-184C-414A-A6F2-859DE7E7BA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8788" y="85645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8" name="Imagem 297">
            <a:extLst>
              <a:ext uri="{FF2B5EF4-FFF2-40B4-BE49-F238E27FC236}">
                <a16:creationId xmlns:a16="http://schemas.microsoft.com/office/drawing/2014/main" id="{593FD6C2-ED5A-48E7-83FD-2D539429F7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61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9" name="Imagem 298">
            <a:extLst>
              <a:ext uri="{FF2B5EF4-FFF2-40B4-BE49-F238E27FC236}">
                <a16:creationId xmlns:a16="http://schemas.microsoft.com/office/drawing/2014/main" id="{80D5B71D-A70C-460D-B1EE-D95B23769D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7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0" name="Imagem 299">
            <a:extLst>
              <a:ext uri="{FF2B5EF4-FFF2-40B4-BE49-F238E27FC236}">
                <a16:creationId xmlns:a16="http://schemas.microsoft.com/office/drawing/2014/main" id="{1FF807CF-7ADA-409D-BCF1-C05D2454B7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7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1" name="Imagem 300">
            <a:extLst>
              <a:ext uri="{FF2B5EF4-FFF2-40B4-BE49-F238E27FC236}">
                <a16:creationId xmlns:a16="http://schemas.microsoft.com/office/drawing/2014/main" id="{81112BAA-802C-47F0-AEA7-BB7E0B12B2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80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2" name="Imagem 301">
            <a:extLst>
              <a:ext uri="{FF2B5EF4-FFF2-40B4-BE49-F238E27FC236}">
                <a16:creationId xmlns:a16="http://schemas.microsoft.com/office/drawing/2014/main" id="{609B43BA-E4B3-430E-B0B5-AFAB693D1E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3" name="Imagem 302">
            <a:extLst>
              <a:ext uri="{FF2B5EF4-FFF2-40B4-BE49-F238E27FC236}">
                <a16:creationId xmlns:a16="http://schemas.microsoft.com/office/drawing/2014/main" id="{A984A124-9D54-460F-8811-F874D2E835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87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4" name="Imagem 303">
            <a:extLst>
              <a:ext uri="{FF2B5EF4-FFF2-40B4-BE49-F238E27FC236}">
                <a16:creationId xmlns:a16="http://schemas.microsoft.com/office/drawing/2014/main" id="{E547A243-7DBA-41BB-86B6-3EFAB0D1E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80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5" name="Imagem 304">
            <a:extLst>
              <a:ext uri="{FF2B5EF4-FFF2-40B4-BE49-F238E27FC236}">
                <a16:creationId xmlns:a16="http://schemas.microsoft.com/office/drawing/2014/main" id="{A734AC93-F7A4-47CB-BFC5-373C5C3DD0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8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6" name="Imagem 305">
            <a:extLst>
              <a:ext uri="{FF2B5EF4-FFF2-40B4-BE49-F238E27FC236}">
                <a16:creationId xmlns:a16="http://schemas.microsoft.com/office/drawing/2014/main" id="{DE493767-73F9-4415-93EB-3CCDEC6FFA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8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" name="Imagem 306">
            <a:extLst>
              <a:ext uri="{FF2B5EF4-FFF2-40B4-BE49-F238E27FC236}">
                <a16:creationId xmlns:a16="http://schemas.microsoft.com/office/drawing/2014/main" id="{453F24B8-D29B-4EDB-9662-42488DC85C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81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" name="Imagem 307">
            <a:extLst>
              <a:ext uri="{FF2B5EF4-FFF2-40B4-BE49-F238E27FC236}">
                <a16:creationId xmlns:a16="http://schemas.microsoft.com/office/drawing/2014/main" id="{842E36B2-4558-46D0-9207-410ED46FB7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9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" name="Imagem 308">
            <a:extLst>
              <a:ext uri="{FF2B5EF4-FFF2-40B4-BE49-F238E27FC236}">
                <a16:creationId xmlns:a16="http://schemas.microsoft.com/office/drawing/2014/main" id="{B29143EF-85DF-40D2-9ECD-105ED220C2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206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0" name="Imagem 309">
            <a:extLst>
              <a:ext uri="{FF2B5EF4-FFF2-40B4-BE49-F238E27FC236}">
                <a16:creationId xmlns:a16="http://schemas.microsoft.com/office/drawing/2014/main" id="{BD055501-11C7-4EBF-8D78-A152051804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413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1" name="Imagem 310">
            <a:extLst>
              <a:ext uri="{FF2B5EF4-FFF2-40B4-BE49-F238E27FC236}">
                <a16:creationId xmlns:a16="http://schemas.microsoft.com/office/drawing/2014/main" id="{47EC9676-5228-4D84-B14F-2939804AF6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25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2" name="Imagem 311">
            <a:extLst>
              <a:ext uri="{FF2B5EF4-FFF2-40B4-BE49-F238E27FC236}">
                <a16:creationId xmlns:a16="http://schemas.microsoft.com/office/drawing/2014/main" id="{FB269D79-EC6F-48F5-952B-16DEBB40AA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38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3" name="Imagem 312">
            <a:extLst>
              <a:ext uri="{FF2B5EF4-FFF2-40B4-BE49-F238E27FC236}">
                <a16:creationId xmlns:a16="http://schemas.microsoft.com/office/drawing/2014/main" id="{5506F496-704B-4C30-BDCA-CC4AFF63F7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32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4" name="Imagem 313">
            <a:extLst>
              <a:ext uri="{FF2B5EF4-FFF2-40B4-BE49-F238E27FC236}">
                <a16:creationId xmlns:a16="http://schemas.microsoft.com/office/drawing/2014/main" id="{CA82FCFB-FBD3-4553-A698-B516BB6C95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26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5" name="Imagem 314">
            <a:extLst>
              <a:ext uri="{FF2B5EF4-FFF2-40B4-BE49-F238E27FC236}">
                <a16:creationId xmlns:a16="http://schemas.microsoft.com/office/drawing/2014/main" id="{09CD5AE6-1D3B-4B3A-A525-79D89582BC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619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6" name="Imagem 315">
            <a:extLst>
              <a:ext uri="{FF2B5EF4-FFF2-40B4-BE49-F238E27FC236}">
                <a16:creationId xmlns:a16="http://schemas.microsoft.com/office/drawing/2014/main" id="{45CCDAA5-3E63-40A6-AB2A-CE4579F7C3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413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7" name="Imagem 316">
            <a:extLst>
              <a:ext uri="{FF2B5EF4-FFF2-40B4-BE49-F238E27FC236}">
                <a16:creationId xmlns:a16="http://schemas.microsoft.com/office/drawing/2014/main" id="{7A469BA0-4F51-4050-9C1F-F98334EF3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207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8" name="Imagem 317">
            <a:extLst>
              <a:ext uri="{FF2B5EF4-FFF2-40B4-BE49-F238E27FC236}">
                <a16:creationId xmlns:a16="http://schemas.microsoft.com/office/drawing/2014/main" id="{4A1A2341-2C64-4B83-B1E6-E75EEBD252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9" name="Imagem 318">
            <a:extLst>
              <a:ext uri="{FF2B5EF4-FFF2-40B4-BE49-F238E27FC236}">
                <a16:creationId xmlns:a16="http://schemas.microsoft.com/office/drawing/2014/main" id="{B72CFC47-B521-4557-AF7D-1F1B27006F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7025" y="90281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0" name="Imagem 319">
            <a:extLst>
              <a:ext uri="{FF2B5EF4-FFF2-40B4-BE49-F238E27FC236}">
                <a16:creationId xmlns:a16="http://schemas.microsoft.com/office/drawing/2014/main" id="{5236ED20-50AF-4510-BA39-82D2D432F6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1" name="Imagem 320">
            <a:extLst>
              <a:ext uri="{FF2B5EF4-FFF2-40B4-BE49-F238E27FC236}">
                <a16:creationId xmlns:a16="http://schemas.microsoft.com/office/drawing/2014/main" id="{49FC15E1-BD8F-43C5-B194-81776BC473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2" name="Imagem 321">
            <a:extLst>
              <a:ext uri="{FF2B5EF4-FFF2-40B4-BE49-F238E27FC236}">
                <a16:creationId xmlns:a16="http://schemas.microsoft.com/office/drawing/2014/main" id="{144E26AB-9FEC-4471-9CC0-BAD20010FA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3" name="Imagem 322">
            <a:extLst>
              <a:ext uri="{FF2B5EF4-FFF2-40B4-BE49-F238E27FC236}">
                <a16:creationId xmlns:a16="http://schemas.microsoft.com/office/drawing/2014/main" id="{F20F60CA-9177-4067-AFA8-D309F8E5AB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4" name="Imagem 323">
            <a:extLst>
              <a:ext uri="{FF2B5EF4-FFF2-40B4-BE49-F238E27FC236}">
                <a16:creationId xmlns:a16="http://schemas.microsoft.com/office/drawing/2014/main" id="{F9C64D45-C36B-466C-BBA0-8A4BB2CDEE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5" name="Imagem 324">
            <a:extLst>
              <a:ext uri="{FF2B5EF4-FFF2-40B4-BE49-F238E27FC236}">
                <a16:creationId xmlns:a16="http://schemas.microsoft.com/office/drawing/2014/main" id="{561F8704-0604-4E8B-A00C-24D49678D8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6" name="Imagem 325">
            <a:extLst>
              <a:ext uri="{FF2B5EF4-FFF2-40B4-BE49-F238E27FC236}">
                <a16:creationId xmlns:a16="http://schemas.microsoft.com/office/drawing/2014/main" id="{89EE0224-6912-4705-9EB9-23E1C9F33B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7" name="Imagem 326">
            <a:extLst>
              <a:ext uri="{FF2B5EF4-FFF2-40B4-BE49-F238E27FC236}">
                <a16:creationId xmlns:a16="http://schemas.microsoft.com/office/drawing/2014/main" id="{E6AE6262-0929-4556-B506-6FD12941B4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0D847419-8D16-EC17-3659-9DC27BCB0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8475136"/>
            <a:ext cx="2944343" cy="724466"/>
          </a:xfrm>
        </p:spPr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32608D8-18C0-6B7C-88D0-03DD86B58361}"/>
              </a:ext>
            </a:extLst>
          </p:cNvPr>
          <p:cNvSpPr txBox="1"/>
          <p:nvPr/>
        </p:nvSpPr>
        <p:spPr>
          <a:xfrm>
            <a:off x="699715" y="1334548"/>
            <a:ext cx="5926923" cy="72019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1400" kern="1200" dirty="0">
              <a:solidFill>
                <a:srgbClr val="000000"/>
              </a:solidFill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Caro cliente,</a:t>
            </a:r>
          </a:p>
          <a:p>
            <a:pPr>
              <a:lnSpc>
                <a:spcPct val="150000"/>
              </a:lnSpc>
            </a:pPr>
            <a:endParaRPr lang="pt-BR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Nossa equipe técnica está à disposição para esclarecer quaisquer dúvidas sobre a nossa proposta. Teremos o prazer de discutir os detalhes e garantir que todas as suas questões sejam respondidas de maneira clara e precisa.</a:t>
            </a:r>
          </a:p>
          <a:p>
            <a:pPr>
              <a:lnSpc>
                <a:spcPct val="150000"/>
              </a:lnSpc>
            </a:pPr>
            <a:endParaRPr lang="pt-BR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Além disso, gostaríamos de reforçar nosso compromisso com a qualidade e a eficiência no fornecimento de soluções cirúrgicas. A nossa reestruturação das caixas foi cuidadosamente planejada para melhorar o processamento, controle e rastreamento dos materiais, o que acreditamos ser um grande benefício para a operação do seu hospital.</a:t>
            </a:r>
          </a:p>
          <a:p>
            <a:pPr>
              <a:lnSpc>
                <a:spcPct val="150000"/>
              </a:lnSpc>
            </a:pPr>
            <a:endParaRPr lang="pt-BR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Agradecemos pela confiança depositada em nossa equipe e pela oportunidade de colaborar com a melhoria dos processos cirúrgicos. Estamos ansiosos para contribuir para o sucesso e a eficiência das suas operações.</a:t>
            </a: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Atenciosamente,</a:t>
            </a:r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Marcelo Mergulhao</a:t>
            </a:r>
          </a:p>
          <a:p>
            <a:r>
              <a:rPr lang="en-US" sz="1400" dirty="0"/>
              <a:t>Departamento Comercial</a:t>
            </a: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3E2B4193-04CA-E56E-A084-AD8FB1FA44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1604" y="108086"/>
            <a:ext cx="2090110" cy="914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2384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1BA070-03FF-DE60-E4DC-0BC91D2D8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786" y="0"/>
            <a:ext cx="5915025" cy="1767417"/>
          </a:xfrm>
        </p:spPr>
        <p:txBody>
          <a:bodyPr/>
          <a:lstStyle/>
          <a:p>
            <a:r>
              <a:rPr lang="pt-BR" b="1" dirty="0"/>
              <a:t>Contatos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04E6925-B9EA-2F60-F94A-8F327B0CC0E3}"/>
              </a:ext>
            </a:extLst>
          </p:cNvPr>
          <p:cNvSpPr txBox="1"/>
          <p:nvPr/>
        </p:nvSpPr>
        <p:spPr>
          <a:xfrm>
            <a:off x="421418" y="4874500"/>
            <a:ext cx="416486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r>
              <a:rPr lang="en-US" sz="1400" dirty="0"/>
              <a:t> Marcelo Mergulhao</a:t>
            </a:r>
          </a:p>
          <a:p>
            <a:r>
              <a:rPr lang="en-US" sz="1400" dirty="0"/>
              <a:t>+55 11 9 4060 6779</a:t>
            </a:r>
          </a:p>
          <a:p>
            <a:r>
              <a:rPr lang="en-US" sz="1400" dirty="0"/>
              <a:t> </a:t>
            </a:r>
            <a:r>
              <a:rPr lang="en-US" sz="1400" dirty="0">
                <a:hlinkClick r:id="rId2"/>
              </a:rPr>
              <a:t>mmergulhao@cmetk.com.br</a:t>
            </a:r>
            <a:endParaRPr lang="en-US" sz="1400" dirty="0"/>
          </a:p>
          <a:p>
            <a:endParaRPr lang="en-US" sz="1400" dirty="0"/>
          </a:p>
          <a:p>
            <a:endParaRPr lang="en-US" sz="1400" b="1" dirty="0"/>
          </a:p>
        </p:txBody>
      </p:sp>
      <p:pic>
        <p:nvPicPr>
          <p:cNvPr id="5" name="Picture 2" descr="Image result for contato">
            <a:extLst>
              <a:ext uri="{FF2B5EF4-FFF2-40B4-BE49-F238E27FC236}">
                <a16:creationId xmlns:a16="http://schemas.microsoft.com/office/drawing/2014/main" id="{1B5C86D2-6437-7F14-6F99-C79DE65364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1713" y="6929380"/>
            <a:ext cx="2234499" cy="794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F6C3AC41-6BB4-1909-089E-65AC83E72DA5}"/>
              </a:ext>
            </a:extLst>
          </p:cNvPr>
          <p:cNvSpPr txBox="1">
            <a:spLocks/>
          </p:cNvSpPr>
          <p:nvPr/>
        </p:nvSpPr>
        <p:spPr>
          <a:xfrm>
            <a:off x="348502" y="1949911"/>
            <a:ext cx="2772155" cy="3407756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lang="pt-BR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lang="pt-BR"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lang="pt-BR"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lang="pt-BR"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lang="pt-BR" sz="2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lang="pt-BR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lang="pt-BR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lang="pt-BR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lang="pt-BR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9728" indent="0">
              <a:buFont typeface="Georgia"/>
              <a:buNone/>
            </a:pPr>
            <a:r>
              <a:rPr lang="pt-BR" sz="1800" b="1" dirty="0">
                <a:latin typeface="+mj-lt"/>
                <a:ea typeface="+mj-ea"/>
                <a:cs typeface="+mj-cs"/>
              </a:rPr>
              <a:t>Escritório CMEtK - SP </a:t>
            </a:r>
          </a:p>
          <a:p>
            <a:pPr marL="109728" indent="0">
              <a:buFont typeface="Georgia"/>
              <a:buNone/>
            </a:pPr>
            <a:r>
              <a:rPr lang="pt-BR" sz="1800" b="1" dirty="0">
                <a:latin typeface="+mj-lt"/>
                <a:ea typeface="+mj-ea"/>
                <a:cs typeface="+mj-cs"/>
              </a:rPr>
              <a:t>São Paulo – SP</a:t>
            </a:r>
          </a:p>
          <a:p>
            <a:pPr marL="109728" indent="0">
              <a:buFont typeface="Georgia"/>
              <a:buNone/>
            </a:pPr>
            <a:endParaRPr lang="pt-BR" sz="1400" b="1" dirty="0"/>
          </a:p>
          <a:p>
            <a:pPr marL="109728" indent="0">
              <a:buFont typeface="Georgia"/>
              <a:buNone/>
            </a:pPr>
            <a:r>
              <a:rPr lang="pt-BR" sz="1200" dirty="0">
                <a:latin typeface="+mj-lt"/>
                <a:ea typeface="+mj-ea"/>
                <a:cs typeface="+mj-cs"/>
              </a:rPr>
              <a:t>Cond. Villa Lobos Office Park </a:t>
            </a:r>
          </a:p>
          <a:p>
            <a:pPr marL="109728" indent="0">
              <a:buFont typeface="Georgia"/>
              <a:buNone/>
            </a:pPr>
            <a:r>
              <a:rPr lang="pt-BR" sz="1200" dirty="0">
                <a:latin typeface="+mj-lt"/>
                <a:ea typeface="+mj-ea"/>
                <a:cs typeface="+mj-cs"/>
              </a:rPr>
              <a:t> Torre E 511</a:t>
            </a:r>
          </a:p>
          <a:p>
            <a:pPr marL="109728" indent="0">
              <a:buFont typeface="Georgia"/>
              <a:buNone/>
            </a:pPr>
            <a:r>
              <a:rPr lang="pt-BR" sz="1200" dirty="0">
                <a:latin typeface="+mj-lt"/>
                <a:ea typeface="+mj-ea"/>
                <a:cs typeface="+mj-cs"/>
              </a:rPr>
              <a:t>Av. Queiroz Filho 1700</a:t>
            </a:r>
          </a:p>
          <a:p>
            <a:pPr marL="109728" indent="0">
              <a:buFont typeface="Georgia"/>
              <a:buNone/>
            </a:pPr>
            <a:endParaRPr lang="pt-BR" sz="1400" dirty="0"/>
          </a:p>
        </p:txBody>
      </p:sp>
      <p:pic>
        <p:nvPicPr>
          <p:cNvPr id="8" name="Picture 2" descr="Villa Lobos Office Park">
            <a:extLst>
              <a:ext uri="{FF2B5EF4-FFF2-40B4-BE49-F238E27FC236}">
                <a16:creationId xmlns:a16="http://schemas.microsoft.com/office/drawing/2014/main" id="{CDB37F59-1B33-DE0C-CA2E-F0B3EB1A26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186" y="1941134"/>
            <a:ext cx="3372052" cy="2946642"/>
          </a:xfrm>
          <a:prstGeom prst="rect">
            <a:avLst/>
          </a:prstGeom>
          <a:noFill/>
          <a:effectLst>
            <a:softEdge rad="63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DCDB6773-4871-F067-FAF3-92B99B9ACBA2}"/>
              </a:ext>
            </a:extLst>
          </p:cNvPr>
          <p:cNvSpPr txBox="1"/>
          <p:nvPr/>
        </p:nvSpPr>
        <p:spPr>
          <a:xfrm>
            <a:off x="3630763" y="5108359"/>
            <a:ext cx="407062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400" b="1" dirty="0"/>
          </a:p>
          <a:p>
            <a:endParaRPr lang="en-US" sz="1400" b="1" dirty="0"/>
          </a:p>
          <a:p>
            <a:r>
              <a:rPr lang="pt-BR" sz="1400" dirty="0"/>
              <a:t>Camila Cadamuro</a:t>
            </a:r>
          </a:p>
          <a:p>
            <a:r>
              <a:rPr lang="pt-BR" sz="1400" dirty="0"/>
              <a:t>55 61 8230 2858</a:t>
            </a:r>
          </a:p>
          <a:p>
            <a:r>
              <a:rPr lang="pt-BR" sz="1400" dirty="0">
                <a:hlinkClick r:id="rId5"/>
              </a:rPr>
              <a:t>camila@cmetk.com.br</a:t>
            </a:r>
            <a:endParaRPr lang="pt-BR" sz="1400" dirty="0"/>
          </a:p>
          <a:p>
            <a:endParaRPr lang="pt-BR" sz="1400" dirty="0"/>
          </a:p>
          <a:p>
            <a:endParaRPr lang="en-US" sz="1400" b="1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59ADF367-B7CB-B5BE-838C-60DEB6FCB672}"/>
              </a:ext>
            </a:extLst>
          </p:cNvPr>
          <p:cNvSpPr txBox="1"/>
          <p:nvPr/>
        </p:nvSpPr>
        <p:spPr>
          <a:xfrm>
            <a:off x="348501" y="5061493"/>
            <a:ext cx="47959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9728" indent="0">
              <a:buFont typeface="Georgia"/>
              <a:buNone/>
            </a:pPr>
            <a:r>
              <a:rPr lang="pt-BR" sz="1800" b="1" dirty="0">
                <a:latin typeface="+mj-lt"/>
                <a:ea typeface="+mj-ea"/>
                <a:cs typeface="+mj-cs"/>
              </a:rPr>
              <a:t>Comercial                                             Tecnica</a:t>
            </a: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D577893-C27B-458B-B511-13AF2AB2C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8475136"/>
            <a:ext cx="2721706" cy="668864"/>
          </a:xfrm>
        </p:spPr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</p:spTree>
    <p:extLst>
      <p:ext uri="{BB962C8B-B14F-4D97-AF65-F5344CB8AC3E}">
        <p14:creationId xmlns:p14="http://schemas.microsoft.com/office/powerpoint/2010/main" val="83190081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2176</TotalTime>
  <Words>320</Words>
  <Application>Microsoft Office PowerPoint</Application>
  <PresentationFormat>Apresentação na tela (4:3)</PresentationFormat>
  <Paragraphs>73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10" baseType="lpstr">
      <vt:lpstr>Arial</vt:lpstr>
      <vt:lpstr>Calibri</vt:lpstr>
      <vt:lpstr>Calibri Light</vt:lpstr>
      <vt:lpstr>Georgia</vt:lpstr>
      <vt:lpstr>Times New Roman</vt:lpstr>
      <vt:lpstr>Tema do Office</vt:lpstr>
      <vt:lpstr>Apresentação do PowerPoint</vt:lpstr>
      <vt:lpstr>Apresentação do PowerPoint</vt:lpstr>
      <vt:lpstr>Apresentação do PowerPoint</vt:lpstr>
      <vt:lpstr>Contatos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Marcelo HB</dc:creator>
  <cp:lastModifiedBy>Ana Beatriz</cp:lastModifiedBy>
  <cp:revision>61</cp:revision>
  <dcterms:created xsi:type="dcterms:W3CDTF">2022-05-03T17:45:50Z</dcterms:created>
  <dcterms:modified xsi:type="dcterms:W3CDTF">2025-06-11T14:54:00Z</dcterms:modified>
</cp:coreProperties>
</file>