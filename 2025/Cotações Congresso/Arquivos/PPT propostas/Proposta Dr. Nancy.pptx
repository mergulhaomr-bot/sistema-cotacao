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66" d="100"/>
          <a:sy n="66" d="100"/>
        </p:scale>
        <p:origin x="1920" y="-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6/11/2025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274745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Dra. Nancy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634BB81-1313-40C4-917B-84380D258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721740"/>
              </p:ext>
            </p:extLst>
          </p:nvPr>
        </p:nvGraphicFramePr>
        <p:xfrm>
          <a:off x="219074" y="2038837"/>
          <a:ext cx="6419851" cy="1958084"/>
        </p:xfrm>
        <a:graphic>
          <a:graphicData uri="http://schemas.openxmlformats.org/drawingml/2006/table">
            <a:tbl>
              <a:tblPr/>
              <a:tblGrid>
                <a:gridCol w="454481">
                  <a:extLst>
                    <a:ext uri="{9D8B030D-6E8A-4147-A177-3AD203B41FA5}">
                      <a16:colId xmlns:a16="http://schemas.microsoft.com/office/drawing/2014/main" val="2185427197"/>
                    </a:ext>
                  </a:extLst>
                </a:gridCol>
                <a:gridCol w="493486">
                  <a:extLst>
                    <a:ext uri="{9D8B030D-6E8A-4147-A177-3AD203B41FA5}">
                      <a16:colId xmlns:a16="http://schemas.microsoft.com/office/drawing/2014/main" val="3302481932"/>
                    </a:ext>
                  </a:extLst>
                </a:gridCol>
                <a:gridCol w="2728685">
                  <a:extLst>
                    <a:ext uri="{9D8B030D-6E8A-4147-A177-3AD203B41FA5}">
                      <a16:colId xmlns:a16="http://schemas.microsoft.com/office/drawing/2014/main" val="969231126"/>
                    </a:ext>
                  </a:extLst>
                </a:gridCol>
                <a:gridCol w="1378857">
                  <a:extLst>
                    <a:ext uri="{9D8B030D-6E8A-4147-A177-3AD203B41FA5}">
                      <a16:colId xmlns:a16="http://schemas.microsoft.com/office/drawing/2014/main" val="1766645346"/>
                    </a:ext>
                  </a:extLst>
                </a:gridCol>
                <a:gridCol w="1364342">
                  <a:extLst>
                    <a:ext uri="{9D8B030D-6E8A-4147-A177-3AD203B41FA5}">
                      <a16:colId xmlns:a16="http://schemas.microsoft.com/office/drawing/2014/main" val="2491328455"/>
                    </a:ext>
                  </a:extLst>
                </a:gridCol>
              </a:tblGrid>
              <a:tr h="30995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351843"/>
                  </a:ext>
                </a:extLst>
              </a:tr>
              <a:tr h="34892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 Tesoura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EZCut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para Retina, lâminas retas, muito finas e pontiagudas, diâmetro de 25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Gauge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(0.5mm), cabos redondos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8.973,18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8.973,18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865973"/>
                  </a:ext>
                </a:extLst>
              </a:tr>
              <a:tr h="34892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 Pinça modelo Crocodilo para Retina, pontas retas, muito finas e serrilhadas com 4mm de extensão,  diâmetro de 25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Gauge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(0.5mm)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8.973,18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8.973,18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61958"/>
                  </a:ext>
                </a:extLst>
              </a:tr>
              <a:tr h="348920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17.946,36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722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2166</TotalTime>
  <Words>349</Words>
  <Application>Microsoft Office PowerPoint</Application>
  <PresentationFormat>Apresentação na tela (4:3)</PresentationFormat>
  <Paragraphs>78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61</cp:revision>
  <dcterms:created xsi:type="dcterms:W3CDTF">2022-05-03T17:45:50Z</dcterms:created>
  <dcterms:modified xsi:type="dcterms:W3CDTF">2025-06-11T14:59:32Z</dcterms:modified>
</cp:coreProperties>
</file>