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296208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André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80E4AFC-F21D-CCC2-E8BA-7A30D16E5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726458"/>
              </p:ext>
            </p:extLst>
          </p:nvPr>
        </p:nvGraphicFramePr>
        <p:xfrm>
          <a:off x="374650" y="1665327"/>
          <a:ext cx="6242050" cy="2206298"/>
        </p:xfrm>
        <a:graphic>
          <a:graphicData uri="http://schemas.openxmlformats.org/drawingml/2006/table">
            <a:tbl>
              <a:tblPr/>
              <a:tblGrid>
                <a:gridCol w="575385">
                  <a:extLst>
                    <a:ext uri="{9D8B030D-6E8A-4147-A177-3AD203B41FA5}">
                      <a16:colId xmlns:a16="http://schemas.microsoft.com/office/drawing/2014/main" val="3657131941"/>
                    </a:ext>
                  </a:extLst>
                </a:gridCol>
                <a:gridCol w="497765">
                  <a:extLst>
                    <a:ext uri="{9D8B030D-6E8A-4147-A177-3AD203B41FA5}">
                      <a16:colId xmlns:a16="http://schemas.microsoft.com/office/drawing/2014/main" val="32001095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360889141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65412618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105445703"/>
                    </a:ext>
                  </a:extLst>
                </a:gridCol>
              </a:tblGrid>
              <a:tr h="49367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Caixa de Instrumental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659951"/>
                  </a:ext>
                </a:extLst>
              </a:tr>
              <a:tr h="341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VR 25G, serrilhida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617578"/>
                  </a:ext>
                </a:extLst>
              </a:tr>
              <a:tr h="341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VR 25G, serrilhida, com plataforma em forma de gota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829164"/>
                  </a:ext>
                </a:extLst>
              </a:tr>
              <a:tr h="341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Pinças Miniaturas ILM 25G, estilo Eckhardt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754554"/>
                  </a:ext>
                </a:extLst>
              </a:tr>
              <a:tr h="341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Pinças de Capsulorhexis Coaxiais, anguladas, em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6.502,83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6.502,83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414798"/>
                  </a:ext>
                </a:extLst>
              </a:tr>
              <a:tr h="341005"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33.422,36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85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2162</TotalTime>
  <Words>356</Words>
  <Application>Microsoft Office PowerPoint</Application>
  <PresentationFormat>Apresentação na tela (4:3)</PresentationFormat>
  <Paragraphs>88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57</cp:revision>
  <dcterms:created xsi:type="dcterms:W3CDTF">2022-05-03T17:45:50Z</dcterms:created>
  <dcterms:modified xsi:type="dcterms:W3CDTF">2025-05-30T17:56:17Z</dcterms:modified>
</cp:coreProperties>
</file>