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1176" y="-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68495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José Araújo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30/05/2025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FC964BD-8F1E-E69E-3750-EFABEA38E9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050312"/>
              </p:ext>
            </p:extLst>
          </p:nvPr>
        </p:nvGraphicFramePr>
        <p:xfrm>
          <a:off x="390525" y="1836522"/>
          <a:ext cx="6267450" cy="1671180"/>
        </p:xfrm>
        <a:graphic>
          <a:graphicData uri="http://schemas.openxmlformats.org/drawingml/2006/table">
            <a:tbl>
              <a:tblPr/>
              <a:tblGrid>
                <a:gridCol w="428625">
                  <a:extLst>
                    <a:ext uri="{9D8B030D-6E8A-4147-A177-3AD203B41FA5}">
                      <a16:colId xmlns:a16="http://schemas.microsoft.com/office/drawing/2014/main" val="24837440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670244708"/>
                    </a:ext>
                  </a:extLst>
                </a:gridCol>
                <a:gridCol w="2867025">
                  <a:extLst>
                    <a:ext uri="{9D8B030D-6E8A-4147-A177-3AD203B41FA5}">
                      <a16:colId xmlns:a16="http://schemas.microsoft.com/office/drawing/2014/main" val="630208753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328348297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969033900"/>
                    </a:ext>
                  </a:extLst>
                </a:gridCol>
              </a:tblGrid>
              <a:tr h="28755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409242"/>
                  </a:ext>
                </a:extLst>
              </a:tr>
              <a:tr h="36377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Pinças para Capsulorrexis Utrata, pontiaguda, em Titânio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4.195,68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4.195,68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28700"/>
                  </a:ext>
                </a:extLst>
              </a:tr>
              <a:tr h="36377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Pinça para Caspsulorrexis Inamura, angulada, em Titânio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6.502,83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6.502,83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516886"/>
                  </a:ext>
                </a:extLst>
              </a:tr>
              <a:tr h="36377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Tesoura Alio MICS 23G, curvada e pontiaguda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8.973,18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495308"/>
                  </a:ext>
                </a:extLst>
              </a:tr>
              <a:tr h="269281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19.671,68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1798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</TotalTime>
  <Words>336</Words>
  <Application>Microsoft Office PowerPoint</Application>
  <PresentationFormat>Apresentação na tela (4:3)</PresentationFormat>
  <Paragraphs>83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59</cp:revision>
  <dcterms:created xsi:type="dcterms:W3CDTF">2022-05-03T17:45:50Z</dcterms:created>
  <dcterms:modified xsi:type="dcterms:W3CDTF">2025-05-30T18:12:35Z</dcterms:modified>
</cp:coreProperties>
</file>