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743401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Dra. Denise 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Hirashima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4E42381-AA93-F565-4AFE-9FA9D6FB9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667309"/>
              </p:ext>
            </p:extLst>
          </p:nvPr>
        </p:nvGraphicFramePr>
        <p:xfrm>
          <a:off x="295275" y="1789850"/>
          <a:ext cx="6305550" cy="2583680"/>
        </p:xfrm>
        <a:graphic>
          <a:graphicData uri="http://schemas.openxmlformats.org/drawingml/2006/table">
            <a:tbl>
              <a:tblPr/>
              <a:tblGrid>
                <a:gridCol w="581238">
                  <a:extLst>
                    <a:ext uri="{9D8B030D-6E8A-4147-A177-3AD203B41FA5}">
                      <a16:colId xmlns:a16="http://schemas.microsoft.com/office/drawing/2014/main" val="1837174969"/>
                    </a:ext>
                  </a:extLst>
                </a:gridCol>
                <a:gridCol w="746803">
                  <a:extLst>
                    <a:ext uri="{9D8B030D-6E8A-4147-A177-3AD203B41FA5}">
                      <a16:colId xmlns:a16="http://schemas.microsoft.com/office/drawing/2014/main" val="2620215293"/>
                    </a:ext>
                  </a:extLst>
                </a:gridCol>
                <a:gridCol w="2663126">
                  <a:extLst>
                    <a:ext uri="{9D8B030D-6E8A-4147-A177-3AD203B41FA5}">
                      <a16:colId xmlns:a16="http://schemas.microsoft.com/office/drawing/2014/main" val="3918795085"/>
                    </a:ext>
                  </a:extLst>
                </a:gridCol>
                <a:gridCol w="1088500">
                  <a:extLst>
                    <a:ext uri="{9D8B030D-6E8A-4147-A177-3AD203B41FA5}">
                      <a16:colId xmlns:a16="http://schemas.microsoft.com/office/drawing/2014/main" val="2006441691"/>
                    </a:ext>
                  </a:extLst>
                </a:gridCol>
                <a:gridCol w="1225883">
                  <a:extLst>
                    <a:ext uri="{9D8B030D-6E8A-4147-A177-3AD203B41FA5}">
                      <a16:colId xmlns:a16="http://schemas.microsoft.com/office/drawing/2014/main" val="2414683892"/>
                    </a:ext>
                  </a:extLst>
                </a:gridCol>
              </a:tblGrid>
              <a:tr h="3173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43218"/>
                  </a:ext>
                </a:extLst>
              </a:tr>
              <a:tr h="1813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Micro Pinça anatômica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Troutman-Barraquer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para Córnea, pontas retas com  extremidades anguladas em 90º voltadas para cima e com 1 x 2 dentes de 0.12mm de largura, 8.5cm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3.065,95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3.065,95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040054"/>
                  </a:ext>
                </a:extLst>
              </a:tr>
              <a:tr h="1813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Micro Pinça anatômica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Troutman-Barraquer</a:t>
                      </a: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para Córnea, em Titânio, pontas retas com  extremidades anguladas em 90º voltadas para cima e com 1 x 2 dentes de 0.12mm de largura, 8.5cm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3.065,95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3.065,95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679442"/>
                  </a:ext>
                </a:extLst>
              </a:tr>
              <a:tr h="96870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pinça para Capsulorhexis Inamura, hastes com extremidades anguladas, pontas interligadas por uma área de junção e com ação cruzada, pontas curvas viradas para cima, microserrilhadas e com 13mm de extensão, cabos planos perfurados para apoio digital, 12cm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4.450,03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4.450,03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524988"/>
                  </a:ext>
                </a:extLst>
              </a:tr>
              <a:tr h="181325"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10.581,93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79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425</Words>
  <Application>Microsoft Office PowerPoint</Application>
  <PresentationFormat>Apresentação na tela (4:3)</PresentationFormat>
  <Paragraphs>83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64</cp:revision>
  <dcterms:created xsi:type="dcterms:W3CDTF">2022-05-03T17:45:50Z</dcterms:created>
  <dcterms:modified xsi:type="dcterms:W3CDTF">2025-06-11T15:02:41Z</dcterms:modified>
</cp:coreProperties>
</file>