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75" d="100"/>
          <a:sy n="75" d="100"/>
        </p:scale>
        <p:origin x="1716" y="-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441168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Cláudio Lopes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4D9B822-5978-C15A-888A-90FFFD93F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420964"/>
              </p:ext>
            </p:extLst>
          </p:nvPr>
        </p:nvGraphicFramePr>
        <p:xfrm>
          <a:off x="393700" y="1883355"/>
          <a:ext cx="6273800" cy="1422335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69306155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169821716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3056501354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189344851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393826406"/>
                    </a:ext>
                  </a:extLst>
                </a:gridCol>
              </a:tblGrid>
              <a:tr h="32049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202759"/>
                  </a:ext>
                </a:extLst>
              </a:tr>
              <a:tr h="71242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 Tesoura Westcott, lâminas com pontas curvas, afiladas e agudas de 16mm de extensão, hastes com cabos planos, 11cm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2.400,41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2.400,41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646913"/>
                  </a:ext>
                </a:extLst>
              </a:tr>
              <a:tr h="360791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2.400,41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540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2170</TotalTime>
  <Words>315</Words>
  <Application>Microsoft Office PowerPoint</Application>
  <PresentationFormat>Apresentação na tela (4:3)</PresentationFormat>
  <Paragraphs>73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68</cp:revision>
  <dcterms:created xsi:type="dcterms:W3CDTF">2022-05-03T17:45:50Z</dcterms:created>
  <dcterms:modified xsi:type="dcterms:W3CDTF">2025-06-04T14:21:16Z</dcterms:modified>
</cp:coreProperties>
</file>