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75" d="100"/>
          <a:sy n="75" d="100"/>
        </p:scale>
        <p:origin x="1716" y="-1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768232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Dra. Silvana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227502"/>
              </p:ext>
            </p:extLst>
          </p:nvPr>
        </p:nvGraphicFramePr>
        <p:xfrm>
          <a:off x="559593" y="4805148"/>
          <a:ext cx="5980908" cy="1792605"/>
        </p:xfrm>
        <a:graphic>
          <a:graphicData uri="http://schemas.openxmlformats.org/drawingml/2006/table">
            <a:tbl>
              <a:tblPr/>
              <a:tblGrid>
                <a:gridCol w="5459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1015018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245942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1022462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51511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Fentex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Estados Unidos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E8D9B3F-DBD0-8531-1204-B2E7864C0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606640"/>
              </p:ext>
            </p:extLst>
          </p:nvPr>
        </p:nvGraphicFramePr>
        <p:xfrm>
          <a:off x="264567" y="1871107"/>
          <a:ext cx="6328866" cy="1784958"/>
        </p:xfrm>
        <a:graphic>
          <a:graphicData uri="http://schemas.openxmlformats.org/drawingml/2006/table">
            <a:tbl>
              <a:tblPr/>
              <a:tblGrid>
                <a:gridCol w="337498">
                  <a:extLst>
                    <a:ext uri="{9D8B030D-6E8A-4147-A177-3AD203B41FA5}">
                      <a16:colId xmlns:a16="http://schemas.microsoft.com/office/drawing/2014/main" val="3873224590"/>
                    </a:ext>
                  </a:extLst>
                </a:gridCol>
                <a:gridCol w="395785">
                  <a:extLst>
                    <a:ext uri="{9D8B030D-6E8A-4147-A177-3AD203B41FA5}">
                      <a16:colId xmlns:a16="http://schemas.microsoft.com/office/drawing/2014/main" val="3222804297"/>
                    </a:ext>
                  </a:extLst>
                </a:gridCol>
                <a:gridCol w="2920621">
                  <a:extLst>
                    <a:ext uri="{9D8B030D-6E8A-4147-A177-3AD203B41FA5}">
                      <a16:colId xmlns:a16="http://schemas.microsoft.com/office/drawing/2014/main" val="1339239311"/>
                    </a:ext>
                  </a:extLst>
                </a:gridCol>
                <a:gridCol w="1255594">
                  <a:extLst>
                    <a:ext uri="{9D8B030D-6E8A-4147-A177-3AD203B41FA5}">
                      <a16:colId xmlns:a16="http://schemas.microsoft.com/office/drawing/2014/main" val="2791128332"/>
                    </a:ext>
                  </a:extLst>
                </a:gridCol>
                <a:gridCol w="1419368">
                  <a:extLst>
                    <a:ext uri="{9D8B030D-6E8A-4147-A177-3AD203B41FA5}">
                      <a16:colId xmlns:a16="http://schemas.microsoft.com/office/drawing/2014/main" val="4139577456"/>
                    </a:ext>
                  </a:extLst>
                </a:gridCol>
              </a:tblGrid>
              <a:tr h="3093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171287"/>
                  </a:ext>
                </a:extLst>
              </a:tr>
              <a:tr h="54990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Cesto aramado compatível com box tamanho 1/2, com tampa, sem pés, dimensões 246x 256x95 mm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2.261,58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2.261,58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553729"/>
                  </a:ext>
                </a:extLst>
              </a:tr>
              <a:tr h="6876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Tapete de silicone para acondicionamento de materiais delicados, cor azul, dimensões 225x235mm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476,48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   476,48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79128"/>
                  </a:ext>
                </a:extLst>
              </a:tr>
              <a:tr h="229740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2.738,05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918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2166</TotalTime>
  <Words>332</Words>
  <Application>Microsoft Office PowerPoint</Application>
  <PresentationFormat>Apresentação na tela (4:3)</PresentationFormat>
  <Paragraphs>78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63</cp:revision>
  <dcterms:created xsi:type="dcterms:W3CDTF">2022-05-03T17:45:50Z</dcterms:created>
  <dcterms:modified xsi:type="dcterms:W3CDTF">2025-06-04T19:29:07Z</dcterms:modified>
</cp:coreProperties>
</file>