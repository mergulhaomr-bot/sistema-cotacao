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100" d="100"/>
          <a:sy n="100" d="100"/>
        </p:scale>
        <p:origin x="1176" y="-3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345775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Gustavo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6D454A7-2833-F964-E096-579600893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835641"/>
              </p:ext>
            </p:extLst>
          </p:nvPr>
        </p:nvGraphicFramePr>
        <p:xfrm>
          <a:off x="190500" y="1919327"/>
          <a:ext cx="6591301" cy="2082801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188568253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1297166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893316189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3775358840"/>
                    </a:ext>
                  </a:extLst>
                </a:gridCol>
                <a:gridCol w="1333501">
                  <a:extLst>
                    <a:ext uri="{9D8B030D-6E8A-4147-A177-3AD203B41FA5}">
                      <a16:colId xmlns:a16="http://schemas.microsoft.com/office/drawing/2014/main" val="2227341341"/>
                    </a:ext>
                  </a:extLst>
                </a:gridCol>
              </a:tblGrid>
              <a:tr h="31694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142212"/>
                  </a:ext>
                </a:extLst>
              </a:tr>
              <a:tr h="70453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 Tesoura Westcott, lâminas afiladas com 13mm de extensão, pontas curvas e rombas, pino guia à direita, 11cm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2.539,24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2.539,24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794605"/>
                  </a:ext>
                </a:extLst>
              </a:tr>
              <a:tr h="70453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 Tesoura Pherson, lâminas finas com 8mm de extensão, pontas curvas e agudas, cabos redondos, 9cm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2.611,30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2.611,30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330917"/>
                  </a:ext>
                </a:extLst>
              </a:tr>
              <a:tr h="356793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5.150,54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847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2166</TotalTime>
  <Words>345</Words>
  <Application>Microsoft Office PowerPoint</Application>
  <PresentationFormat>Apresentação na tela (4:3)</PresentationFormat>
  <Paragraphs>78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58</cp:revision>
  <dcterms:created xsi:type="dcterms:W3CDTF">2022-05-03T17:45:50Z</dcterms:created>
  <dcterms:modified xsi:type="dcterms:W3CDTF">2025-06-04T12:42:02Z</dcterms:modified>
</cp:coreProperties>
</file>