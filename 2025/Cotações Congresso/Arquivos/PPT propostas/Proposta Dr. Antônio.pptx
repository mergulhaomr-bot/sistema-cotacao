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969" autoAdjust="0"/>
  </p:normalViewPr>
  <p:slideViewPr>
    <p:cSldViewPr snapToGrid="0">
      <p:cViewPr>
        <p:scale>
          <a:sx n="75" d="100"/>
          <a:sy n="75" d="100"/>
        </p:scale>
        <p:origin x="1716" y="-1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040358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Antônio Petrônio Sampaio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30/05/2025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72626B7-DB81-7651-CE90-FE00C2D39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718080"/>
              </p:ext>
            </p:extLst>
          </p:nvPr>
        </p:nvGraphicFramePr>
        <p:xfrm>
          <a:off x="298450" y="1857097"/>
          <a:ext cx="6330950" cy="1922780"/>
        </p:xfrm>
        <a:graphic>
          <a:graphicData uri="http://schemas.openxmlformats.org/drawingml/2006/table">
            <a:tbl>
              <a:tblPr/>
              <a:tblGrid>
                <a:gridCol w="474467">
                  <a:extLst>
                    <a:ext uri="{9D8B030D-6E8A-4147-A177-3AD203B41FA5}">
                      <a16:colId xmlns:a16="http://schemas.microsoft.com/office/drawing/2014/main" val="377875132"/>
                    </a:ext>
                  </a:extLst>
                </a:gridCol>
                <a:gridCol w="481549">
                  <a:extLst>
                    <a:ext uri="{9D8B030D-6E8A-4147-A177-3AD203B41FA5}">
                      <a16:colId xmlns:a16="http://schemas.microsoft.com/office/drawing/2014/main" val="1611413546"/>
                    </a:ext>
                  </a:extLst>
                </a:gridCol>
                <a:gridCol w="2707934">
                  <a:extLst>
                    <a:ext uri="{9D8B030D-6E8A-4147-A177-3AD203B41FA5}">
                      <a16:colId xmlns:a16="http://schemas.microsoft.com/office/drawing/2014/main" val="1864049929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27604188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960693523"/>
                    </a:ext>
                  </a:extLst>
                </a:gridCol>
              </a:tblGrid>
              <a:tr h="65451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Caixa de Instrumental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542953"/>
                  </a:ext>
                </a:extLst>
              </a:tr>
              <a:tr h="42275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Punch de Trabeculectomia Luntz-Dodick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5.964,46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5.964,46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898749"/>
                  </a:ext>
                </a:extLst>
              </a:tr>
              <a:tr h="42275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Pinças Colibri para cornea, 0.12mm/45° com dentes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3.065,95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3.065,95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357824"/>
                  </a:ext>
                </a:extLst>
              </a:tr>
              <a:tr h="422754"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9.030,41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63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2162</TotalTime>
  <Words>318</Words>
  <Application>Microsoft Office PowerPoint</Application>
  <PresentationFormat>Apresentação na tela (4:3)</PresentationFormat>
  <Paragraphs>78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57</cp:revision>
  <dcterms:created xsi:type="dcterms:W3CDTF">2022-05-03T17:45:50Z</dcterms:created>
  <dcterms:modified xsi:type="dcterms:W3CDTF">2025-05-30T14:46:51Z</dcterms:modified>
</cp:coreProperties>
</file>