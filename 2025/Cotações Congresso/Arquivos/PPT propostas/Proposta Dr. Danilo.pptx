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66" d="100"/>
          <a:sy n="66" d="100"/>
        </p:scale>
        <p:origin x="1920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7167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Danilo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301701"/>
              </p:ext>
            </p:extLst>
          </p:nvPr>
        </p:nvGraphicFramePr>
        <p:xfrm>
          <a:off x="559593" y="5138976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3C64267-A73C-1692-500A-2BAE88209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095750"/>
              </p:ext>
            </p:extLst>
          </p:nvPr>
        </p:nvGraphicFramePr>
        <p:xfrm>
          <a:off x="256721" y="1630328"/>
          <a:ext cx="6071507" cy="3120693"/>
        </p:xfrm>
        <a:graphic>
          <a:graphicData uri="http://schemas.openxmlformats.org/drawingml/2006/table">
            <a:tbl>
              <a:tblPr/>
              <a:tblGrid>
                <a:gridCol w="425451">
                  <a:extLst>
                    <a:ext uri="{9D8B030D-6E8A-4147-A177-3AD203B41FA5}">
                      <a16:colId xmlns:a16="http://schemas.microsoft.com/office/drawing/2014/main" val="1336148341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3052539981"/>
                    </a:ext>
                  </a:extLst>
                </a:gridCol>
                <a:gridCol w="2598057">
                  <a:extLst>
                    <a:ext uri="{9D8B030D-6E8A-4147-A177-3AD203B41FA5}">
                      <a16:colId xmlns:a16="http://schemas.microsoft.com/office/drawing/2014/main" val="432548675"/>
                    </a:ext>
                  </a:extLst>
                </a:gridCol>
                <a:gridCol w="1204686">
                  <a:extLst>
                    <a:ext uri="{9D8B030D-6E8A-4147-A177-3AD203B41FA5}">
                      <a16:colId xmlns:a16="http://schemas.microsoft.com/office/drawing/2014/main" val="2260182788"/>
                    </a:ext>
                  </a:extLst>
                </a:gridCol>
                <a:gridCol w="1364342">
                  <a:extLst>
                    <a:ext uri="{9D8B030D-6E8A-4147-A177-3AD203B41FA5}">
                      <a16:colId xmlns:a16="http://schemas.microsoft.com/office/drawing/2014/main" val="3501151846"/>
                    </a:ext>
                  </a:extLst>
                </a:gridCol>
              </a:tblGrid>
              <a:tr h="34068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218643"/>
                  </a:ext>
                </a:extLst>
              </a:tr>
              <a:tr h="38351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Micro Pinça anatômica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Utrata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em Titânio, para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Capsulorhesix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pontas anguladas muito finas com 11mm de extensão, extremidades pontiagudas voltadas para cima, com formato triangular, hastes planas, 10.5cm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4.195,68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4.195,68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286359"/>
                  </a:ext>
                </a:extLst>
              </a:tr>
              <a:tr h="38351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Micro Pinça anatômica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Utrata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para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Capsulorhesix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pontas anguladas muito finas com 11mm de extensão, extremidades pontiagudas voltadas para cima, com formato triangular, hastes planas, 10.5cm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3.979,48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3.979,48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219192"/>
                  </a:ext>
                </a:extLst>
              </a:tr>
              <a:tr h="383516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8.175,16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772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370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64</cp:revision>
  <dcterms:created xsi:type="dcterms:W3CDTF">2022-05-03T17:45:50Z</dcterms:created>
  <dcterms:modified xsi:type="dcterms:W3CDTF">2025-06-11T15:01:03Z</dcterms:modified>
</cp:coreProperties>
</file>