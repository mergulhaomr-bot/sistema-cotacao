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315" r:id="rId3"/>
    <p:sldId id="289" r:id="rId4"/>
    <p:sldId id="262" r:id="rId5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6C3AE6-1D9C-4C1D-B7D5-AB750326F9E7}" v="5" dt="2025-05-07T14:22:03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69" autoAdjust="0"/>
  </p:normalViewPr>
  <p:slideViewPr>
    <p:cSldViewPr snapToGrid="0">
      <p:cViewPr>
        <p:scale>
          <a:sx n="75" d="100"/>
          <a:sy n="75" d="100"/>
        </p:scale>
        <p:origin x="1716" y="-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Beatriz" userId="a7750630a386f22a" providerId="LiveId" clId="{E66C3AE6-1D9C-4C1D-B7D5-AB750326F9E7}"/>
    <pc:docChg chg="custSel addSld modSld">
      <pc:chgData name="Ana Beatriz" userId="a7750630a386f22a" providerId="LiveId" clId="{E66C3AE6-1D9C-4C1D-B7D5-AB750326F9E7}" dt="2025-05-07T14:25:14.787" v="123" actId="13926"/>
      <pc:docMkLst>
        <pc:docMk/>
      </pc:docMkLst>
      <pc:sldChg chg="addSp delSp modSp mod">
        <pc:chgData name="Ana Beatriz" userId="a7750630a386f22a" providerId="LiveId" clId="{E66C3AE6-1D9C-4C1D-B7D5-AB750326F9E7}" dt="2025-05-07T13:59:24.762" v="7" actId="1076"/>
        <pc:sldMkLst>
          <pc:docMk/>
          <pc:sldMk cId="2944140906" sldId="256"/>
        </pc:sldMkLst>
        <pc:spChg chg="mod">
          <ac:chgData name="Ana Beatriz" userId="a7750630a386f22a" providerId="LiveId" clId="{E66C3AE6-1D9C-4C1D-B7D5-AB750326F9E7}" dt="2025-05-07T13:59:24.762" v="7" actId="1076"/>
          <ac:spMkLst>
            <pc:docMk/>
            <pc:sldMk cId="2944140906" sldId="256"/>
            <ac:spMk id="5" creationId="{D0468AAC-CEC9-610E-95B6-5D31B68E509D}"/>
          </ac:spMkLst>
        </pc:spChg>
        <pc:graphicFrameChg chg="add mod">
          <ac:chgData name="Ana Beatriz" userId="a7750630a386f22a" providerId="LiveId" clId="{E66C3AE6-1D9C-4C1D-B7D5-AB750326F9E7}" dt="2025-05-07T13:58:52.854" v="2"/>
          <ac:graphicFrameMkLst>
            <pc:docMk/>
            <pc:sldMk cId="2944140906" sldId="256"/>
            <ac:graphicFrameMk id="3" creationId="{397CA1DB-5B3D-D94C-CE08-FA65BBE05BCB}"/>
          </ac:graphicFrameMkLst>
        </pc:graphicFrameChg>
        <pc:graphicFrameChg chg="add mod modGraphic">
          <ac:chgData name="Ana Beatriz" userId="a7750630a386f22a" providerId="LiveId" clId="{E66C3AE6-1D9C-4C1D-B7D5-AB750326F9E7}" dt="2025-05-07T13:59:05.482" v="6" actId="14734"/>
          <ac:graphicFrameMkLst>
            <pc:docMk/>
            <pc:sldMk cId="2944140906" sldId="256"/>
            <ac:graphicFrameMk id="4" creationId="{66DE0783-3C74-69CB-7973-A2809EC453EC}"/>
          </ac:graphicFrameMkLst>
        </pc:graphicFrameChg>
        <pc:graphicFrameChg chg="del modGraphic">
          <ac:chgData name="Ana Beatriz" userId="a7750630a386f22a" providerId="LiveId" clId="{E66C3AE6-1D9C-4C1D-B7D5-AB750326F9E7}" dt="2025-05-07T13:58:52.183" v="1" actId="478"/>
          <ac:graphicFrameMkLst>
            <pc:docMk/>
            <pc:sldMk cId="2944140906" sldId="256"/>
            <ac:graphicFrameMk id="6" creationId="{2F7F2851-9FEE-3364-EC45-9FB5973DC0C7}"/>
          </ac:graphicFrameMkLst>
        </pc:graphicFrameChg>
      </pc:sldChg>
      <pc:sldChg chg="modSp mod">
        <pc:chgData name="Ana Beatriz" userId="a7750630a386f22a" providerId="LiveId" clId="{E66C3AE6-1D9C-4C1D-B7D5-AB750326F9E7}" dt="2025-05-07T14:01:00.064" v="13" actId="13926"/>
        <pc:sldMkLst>
          <pc:docMk/>
          <pc:sldMk cId="2448388709" sldId="313"/>
        </pc:sldMkLst>
        <pc:spChg chg="mod">
          <ac:chgData name="Ana Beatriz" userId="a7750630a386f22a" providerId="LiveId" clId="{E66C3AE6-1D9C-4C1D-B7D5-AB750326F9E7}" dt="2025-05-07T14:01:00.064" v="13" actId="13926"/>
          <ac:spMkLst>
            <pc:docMk/>
            <pc:sldMk cId="2448388709" sldId="313"/>
            <ac:spMk id="3" creationId="{EFA9DA42-7F13-B93E-85D6-F04D2D96267A}"/>
          </ac:spMkLst>
        </pc:spChg>
      </pc:sldChg>
      <pc:sldChg chg="delSp modSp mod">
        <pc:chgData name="Ana Beatriz" userId="a7750630a386f22a" providerId="LiveId" clId="{E66C3AE6-1D9C-4C1D-B7D5-AB750326F9E7}" dt="2025-05-07T13:59:54.268" v="9" actId="13926"/>
        <pc:sldMkLst>
          <pc:docMk/>
          <pc:sldMk cId="1939817383" sldId="315"/>
        </pc:sldMkLst>
        <pc:graphicFrameChg chg="modGraphic">
          <ac:chgData name="Ana Beatriz" userId="a7750630a386f22a" providerId="LiveId" clId="{E66C3AE6-1D9C-4C1D-B7D5-AB750326F9E7}" dt="2025-05-07T13:59:54.268" v="9" actId="13926"/>
          <ac:graphicFrameMkLst>
            <pc:docMk/>
            <pc:sldMk cId="1939817383" sldId="315"/>
            <ac:graphicFrameMk id="4" creationId="{9FBB4EB7-ADBA-D43C-CA34-35A70A85706A}"/>
          </ac:graphicFrameMkLst>
        </pc:graphicFrameChg>
        <pc:graphicFrameChg chg="del">
          <ac:chgData name="Ana Beatriz" userId="a7750630a386f22a" providerId="LiveId" clId="{E66C3AE6-1D9C-4C1D-B7D5-AB750326F9E7}" dt="2025-05-07T13:59:45.842" v="8" actId="478"/>
          <ac:graphicFrameMkLst>
            <pc:docMk/>
            <pc:sldMk cId="1939817383" sldId="315"/>
            <ac:graphicFrameMk id="6" creationId="{A0BBBF81-E67D-1426-2ED6-9B7FB42B4F10}"/>
          </ac:graphicFrameMkLst>
        </pc:graphicFrameChg>
      </pc:sldChg>
      <pc:sldChg chg="addSp delSp modSp add mod">
        <pc:chgData name="Ana Beatriz" userId="a7750630a386f22a" providerId="LiveId" clId="{E66C3AE6-1D9C-4C1D-B7D5-AB750326F9E7}" dt="2025-05-07T14:25:14.787" v="123" actId="13926"/>
        <pc:sldMkLst>
          <pc:docMk/>
          <pc:sldMk cId="3382507093" sldId="316"/>
        </pc:sldMkLst>
        <pc:spChg chg="add mod">
          <ac:chgData name="Ana Beatriz" userId="a7750630a386f22a" providerId="LiveId" clId="{E66C3AE6-1D9C-4C1D-B7D5-AB750326F9E7}" dt="2025-05-07T14:25:14.787" v="123" actId="13926"/>
          <ac:spMkLst>
            <pc:docMk/>
            <pc:sldMk cId="3382507093" sldId="316"/>
            <ac:spMk id="4" creationId="{309FEC44-6793-A346-C8E0-DED7559E5656}"/>
          </ac:spMkLst>
        </pc:spChg>
        <pc:spChg chg="del">
          <ac:chgData name="Ana Beatriz" userId="a7750630a386f22a" providerId="LiveId" clId="{E66C3AE6-1D9C-4C1D-B7D5-AB750326F9E7}" dt="2025-05-07T14:00:30.263" v="11" actId="478"/>
          <ac:spMkLst>
            <pc:docMk/>
            <pc:sldMk cId="3382507093" sldId="316"/>
            <ac:spMk id="8" creationId="{0C93E4CF-9FC8-9266-61B1-6AEF40524F70}"/>
          </ac:spMkLst>
        </pc:spChg>
        <pc:graphicFrameChg chg="del">
          <ac:chgData name="Ana Beatriz" userId="a7750630a386f22a" providerId="LiveId" clId="{E66C3AE6-1D9C-4C1D-B7D5-AB750326F9E7}" dt="2025-05-07T14:00:52.072" v="12" actId="478"/>
          <ac:graphicFrameMkLst>
            <pc:docMk/>
            <pc:sldMk cId="3382507093" sldId="316"/>
            <ac:graphicFrameMk id="4" creationId="{485CDCEB-8A90-2F84-5C07-41AF166FF332}"/>
          </ac:graphicFrameMkLst>
        </pc:graphicFrameChg>
      </pc:sldChg>
    </pc:docChg>
  </pc:docChgLst>
  <pc:docChgLst>
    <pc:chgData name="Daniel Signorini" userId="4086204261aaf0ba" providerId="LiveId" clId="{4175787E-865C-433A-8E46-80C0250E131D}"/>
    <pc:docChg chg="modSld">
      <pc:chgData name="Daniel Signorini" userId="4086204261aaf0ba" providerId="LiveId" clId="{4175787E-865C-433A-8E46-80C0250E131D}" dt="2024-12-02T11:46:43.645" v="1" actId="1076"/>
      <pc:docMkLst>
        <pc:docMk/>
      </pc:docMkLst>
      <pc:sldChg chg="modSp mod">
        <pc:chgData name="Daniel Signorini" userId="4086204261aaf0ba" providerId="LiveId" clId="{4175787E-865C-433A-8E46-80C0250E131D}" dt="2024-12-02T11:46:43.645" v="1" actId="1076"/>
        <pc:sldMkLst>
          <pc:docMk/>
          <pc:sldMk cId="1939817383" sldId="3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BFD2-9B82-4156-AE06-36FBAF2ED452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38FBC-B5C1-431F-956D-D2BAFAB520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7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2D10-50EE-49FF-8680-718002F63338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097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3829-2238-4887-BCFD-0D50F2824321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925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AE68-A92B-4D31-8D57-706B4A0DDE04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89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891AD-6E1F-47DF-B2F1-019D66AFF5FF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007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164F-6475-4BB7-8618-36AFAB3034D9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687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2EA-C67B-44EE-BE0E-D6268B1E0E79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73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A43B1-AE20-41CF-B980-5D67F0CC38C7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989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320F-4AA3-427B-9539-C496CDF11A18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511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DE5-AD1C-4C81-BFA7-F85C5E5C4B3E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42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E4E7-40EB-4915-ABFA-3748EA1EBDBF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410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75CA-9737-4AED-B1B1-CB9A29E7644C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49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26171-8E94-4D4A-85EE-0F13324B1A24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421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mmergulhao@cmetk.com.b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amila@cmetk.com.br" TargetMode="Externa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0468AAC-CEC9-610E-95B6-5D31B68E509D}"/>
              </a:ext>
            </a:extLst>
          </p:cNvPr>
          <p:cNvSpPr txBox="1"/>
          <p:nvPr/>
        </p:nvSpPr>
        <p:spPr>
          <a:xfrm>
            <a:off x="208720" y="4438650"/>
            <a:ext cx="644055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Instrumental </a:t>
            </a:r>
            <a:r>
              <a:rPr lang="pt-BR" sz="2800" kern="12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Cirúrgico</a:t>
            </a:r>
          </a:p>
          <a:p>
            <a:pPr algn="ctr"/>
            <a:endParaRPr lang="pt-BR" sz="2800" kern="1200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5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Proposta</a:t>
            </a:r>
            <a:r>
              <a:rPr lang="en-US" sz="25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Comercial</a:t>
            </a:r>
            <a:endParaRPr lang="pt-BR" sz="25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6B46852-B687-FF06-18C8-2F34DE53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3729" y="8475136"/>
            <a:ext cx="3315694" cy="907403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231D10DD-2DB2-8A39-566F-130DFB859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5975" y="346043"/>
            <a:ext cx="2766049" cy="1210075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13E8402-0F66-DE22-4CC6-41A278F39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896703"/>
              </p:ext>
            </p:extLst>
          </p:nvPr>
        </p:nvGraphicFramePr>
        <p:xfrm>
          <a:off x="823125" y="2874804"/>
          <a:ext cx="5676901" cy="557530"/>
        </p:xfrm>
        <a:graphic>
          <a:graphicData uri="http://schemas.openxmlformats.org/drawingml/2006/table">
            <a:tbl>
              <a:tblPr/>
              <a:tblGrid>
                <a:gridCol w="905482">
                  <a:extLst>
                    <a:ext uri="{9D8B030D-6E8A-4147-A177-3AD203B41FA5}">
                      <a16:colId xmlns:a16="http://schemas.microsoft.com/office/drawing/2014/main" val="4274466697"/>
                    </a:ext>
                  </a:extLst>
                </a:gridCol>
                <a:gridCol w="2839920">
                  <a:extLst>
                    <a:ext uri="{9D8B030D-6E8A-4147-A177-3AD203B41FA5}">
                      <a16:colId xmlns:a16="http://schemas.microsoft.com/office/drawing/2014/main" val="3749365480"/>
                    </a:ext>
                  </a:extLst>
                </a:gridCol>
                <a:gridCol w="908422">
                  <a:extLst>
                    <a:ext uri="{9D8B030D-6E8A-4147-A177-3AD203B41FA5}">
                      <a16:colId xmlns:a16="http://schemas.microsoft.com/office/drawing/2014/main" val="571982150"/>
                    </a:ext>
                  </a:extLst>
                </a:gridCol>
                <a:gridCol w="1023077">
                  <a:extLst>
                    <a:ext uri="{9D8B030D-6E8A-4147-A177-3AD203B41FA5}">
                      <a16:colId xmlns:a16="http://schemas.microsoft.com/office/drawing/2014/main" val="3590849060"/>
                    </a:ext>
                  </a:extLst>
                </a:gridCol>
              </a:tblGrid>
              <a:tr h="28130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Cliente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Dr. Ednaldo Rocha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30/05/2025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779847"/>
                  </a:ext>
                </a:extLst>
              </a:tr>
              <a:tr h="2762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Numero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Congresso.11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273303"/>
                  </a:ext>
                </a:extLst>
              </a:tr>
            </a:tbl>
          </a:graphicData>
        </a:graphic>
      </p:graphicFrame>
      <p:pic>
        <p:nvPicPr>
          <p:cNvPr id="3" name="image3.png">
            <a:extLst>
              <a:ext uri="{FF2B5EF4-FFF2-40B4-BE49-F238E27FC236}">
                <a16:creationId xmlns:a16="http://schemas.microsoft.com/office/drawing/2014/main" id="{3E28635B-D17B-7FCC-2645-4696421F587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0" y="8797956"/>
            <a:ext cx="6858000" cy="34604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4414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D9941-6129-D067-575F-D5C0D42C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29046485-26A3-53D7-3278-8D1DC9A60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E7A4A95A-B23A-6242-E20C-23BF2C1D9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77E0FF3A-4168-195D-A66B-5C75B794F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CF172708-08CF-07AE-DE87-E1AFEAC1E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B5239875-4A57-6FE3-ABEB-7CEEAC022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516693EC-1B5A-FE49-C819-7B9E39F4D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8637D0B2-9B33-D0B0-3DD2-78DAE0D5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3496D20C-71EA-226A-8BA5-FF1B6EF8F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7AC5D7A6-4743-21FD-F36D-105B114C7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3B267ADC-1EC8-0758-97BE-89345BAC3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53182" y="6693908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3F6C0AEB-E26E-AA16-775C-F15E84AEA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7240F90F-876C-BAC0-6274-0450F6D5C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87282E21-7AB1-5780-9345-216689DDF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F9D7C6A6-3DE4-4FE3-DC2E-BEEDE4EC6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1B9BC6FE-25F1-E82E-7225-2FFF671CE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5C4A1DBA-310C-9483-DAEC-093643345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BA3CDB57-FE29-5DC7-2A9B-DC0BBD631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E2D6EB7C-CCB5-9044-2E72-D6A91B128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33C65ED0-4BE2-47E2-ACBF-4E380E891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335460BE-5F9D-5245-659F-43EFC3F3B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C0EC2427-8BA7-8526-8362-5B6A88ADC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C59603-BB9F-DC3F-86C0-D38E45E99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AE1E3882-8BB8-59A9-5343-FB07E12E4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85C49510-C31D-D410-3857-68A0A0DA7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50EFC239-5D5D-876B-AF6F-AF1032A45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583ADEAE-B8E8-9DC6-6E91-011296F1C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06DE1570-BADE-78A8-7F0A-0C2F9BA01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E43C7B3E-496F-FBE9-40DF-B781BD38D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FB48C71B-5A11-A05F-C752-50F4368D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6ACCAF61-E90E-BE8C-063D-5CC1A9415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81D12350-8D54-4285-D45C-C82C6C62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E93D9EDC-DDF8-D0E7-6189-6236277E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0E3E29FC-9B7C-E326-81E3-4D4AA78C9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CF0FA890-85A8-7F51-3820-D0364B4D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D2765F03-B672-3C7D-33E0-69E98876D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28F909B8-0FCF-BF59-9407-EB64A62AE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A0ED6880-70B0-5E43-2C21-DBDBDE3A2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39800477-FE61-F0F6-9808-B79942EFE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E8297D75-814C-B807-98A7-51805C905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5E8154C7-DBF2-0B49-4426-D2FDCB3E8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BE4268BE-8D0D-19EB-CD77-F5263BFA2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342BD5B2-00FF-3B6F-1069-035C6FC7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8E616CDE-164D-02FD-CC33-4F7668923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9DFFD0F3-DFA9-3443-917A-91E853A86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A4857002-2344-F4D8-53FD-11EC2DCF3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DA2A9D7B-124B-6285-F2E3-737289552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88332B8E-8839-7180-D59C-888F1B92E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8C10C35B-D77C-A5D5-4E50-4C35E0E97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F6CDD1D2-A5C5-E8AE-9D67-021FC33F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97181AD3-7C5A-A65F-FDBC-C206BA341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DC486E02-0CAE-B9D6-57AE-434687BC9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EB9A5921-4E02-D2B2-9BE8-677270EE2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2976E721-AD08-F6CD-42B2-AC50AF864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2BC2868E-C049-A416-B1D5-795C3FD3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B1F9151C-02F9-9EFD-DFDE-E3068BF99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C197E1E2-F932-CA30-813F-BBBCD8A6B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94AB3843-780E-8661-80C2-488A10802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0D20A234-F364-D863-522B-5A1A32586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8E7D1489-76DF-EAB6-D00E-537A82B33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A23E738A-95B0-99D5-E8D6-06D7BDB69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6EAC0B51-BDFF-5F4C-C3BD-30DDE9350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B9639D67-61C7-4DD7-78B3-655ECA698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8429D21B-4471-F096-70A0-EC19DC283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D43699B7-C2C5-1955-E649-EF73AFBA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97D07FA5-9046-C47E-A73E-12BD0719C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2867379E-6C68-8F34-4F53-86163045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3CE61E76-2656-AC12-4E1E-D873D0EF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84924A11-4416-7C9E-4145-7D35AE9BB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9C1C503E-0B53-2DCF-0330-52B4861CF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828E29D5-943B-DADB-B504-77ADA5CA7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5E1EA9B7-E8D7-644E-EE16-72FB72B0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991A3DF8-4452-B06A-01E8-4748BF635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135D92A-CD74-470B-D999-7DED1843F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2DD30F9E-D28E-BA9F-10A8-AEB1173BD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A9ABE39C-E0DD-83C7-78FA-41FFF1E0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A138F08-EDE6-4E04-4AD4-EDFD098D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C0F97282-F107-1CF2-9B72-193C4239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F2E0A3D5-A3A8-6040-0525-10144F186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7302C307-99A2-0768-4C22-7E2A02E5A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02282AD8-4F2E-A5F0-2C18-FE56E653C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7CE4ECC8-72DF-C80E-5DCD-5145E20ED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DB1A5261-0E9E-0F73-55B3-603844D9B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72705217-F61E-F177-6EBB-2059694B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C8F74687-1E6C-6394-7720-DF229E613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34EF99E3-744F-60E9-629A-ACCCACE2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67C1DE56-8BF4-ADDE-8245-D1630B714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2FDF2981-E101-F7F2-B9DB-CB1120337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5175E5C6-A63A-9D1C-C1D2-199EBA09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386267D6-6B3E-DE30-29A4-DB73F9924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67321CC3-B99F-636C-19AC-E4B61A9DD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4550DE26-D6A6-D278-F332-C1E0D370D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2C82086D-1444-62EF-E480-23F7814D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40E7A7FB-6ABC-D79C-E521-9EC324105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FDEFFCDC-596F-7B82-FDB0-9DFA95178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AEE808DE-B5EF-8AA2-DC23-9DCE5475D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FF77DB57-FED1-2BCD-110F-9E6A55A39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28D82C62-B779-4E38-6856-B85EAF911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DCB2CD5C-DD08-0BE9-5FE1-F45BD8DB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2890C294-D2D3-5F6A-C797-DDE58E6B8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9E17A3E6-3245-6058-97CB-0CF887C44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AC79B7D9-4724-9FEC-43F2-455F5B13B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56D6F27C-7576-0ED2-6920-9B9C60A8C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46EAB7A0-2500-EE7B-48B1-0982C322E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2DCAA377-B6B5-DB0C-BCAE-178B04E88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3775BDA0-856E-ED0E-367D-94BE647D8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0173DA67-4A82-300C-E2E0-1BDC4FB5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DA3F9864-5364-7EDA-F0BA-158C1FB10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AA5322E8-E46F-CC99-F15D-6DDFFF15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57E43AEE-82BF-20DF-5632-98885C29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EA95FFBD-7FB1-BABB-80FE-22232A690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7DD0B487-4AF9-B8BB-5319-A65FC68E8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358CB1E8-B940-9804-DB91-D8CF7E305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38514252-D08B-2255-BA18-F5185FB34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6ABD92A9-9365-6A71-89D3-737FEC34B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A1A592D8-22CD-BD9F-7051-D874871CA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CD4C378C-3470-45EC-9F43-5B505C606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E231DE2C-F4B3-76D1-C4E6-A6573D02F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89B0F55-6C9D-4C69-446E-18208ADAA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B53A8F39-85F6-7450-6A5D-F36B86062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32D5E662-A6FB-7755-92A3-FB44955ED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03825A07-5C6F-A7B8-22B1-55A2A3913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72FE48D0-0B76-47E1-C515-5046C992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B35E047D-D10C-6EF1-F993-C266CC4B6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09984AFC-FEB4-B2DA-86AA-3C1F65FFE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58978995-6AE3-3B48-4033-41CF9FD6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D6358116-A15D-7541-17E5-E5E79995A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27A54F35-4D7B-8AF5-F210-97F22B843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8B572D9F-CF5B-E567-38ED-42A8910B7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B1BB7BD-3D2E-6454-7910-E8934B15F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DABD6FD8-2FF2-41B3-847B-9BF2546F5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FC2B962E-0B7B-A12E-880B-F3618AF7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8DBE08B3-A992-AB18-BCB1-BE03063D4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B82E3477-20B3-2BEE-D013-DB81F52FB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2AD373EB-FB93-A768-25DD-1D0209322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82237159-AA9F-626E-5A2F-79D71E511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733D1BA-AB3F-DBB6-94D6-8FCF4D429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4C3F6026-9CDC-4D73-8F93-97A8B1596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E25540DA-7919-A6BF-179B-2A478CE97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600505B8-F36D-1235-2C4E-4B676A021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1F794D20-3A55-38D2-33F6-AD24E7513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6F7F4784-103E-2166-BEEE-69946DBB0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E6F8AC73-A85A-3AD1-7AF5-F23CE77FD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ABEF7673-F5CB-80AB-D040-12C892BC5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39A83A41-6710-0547-30E0-812C2032A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8FC4ECF5-1022-F430-5458-355142184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54260F4C-39F4-8FC1-F1ED-45A86440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7424880C-794E-FA47-1A11-A8310378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640B18C8-5164-4E44-9508-8248D920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62F551B1-E9B4-BD5D-3607-48F4B02D0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FD76CBCF-1298-9FA8-72FE-0439ECEB1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A6CC6273-F029-20CB-41D6-05EB40951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3669FB7A-A150-DDD2-6287-8D86FD593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FBA00185-05AC-A398-AA3D-32995FCE2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0B2DF481-0A77-C626-A3F2-3D87804C4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C65CE16A-622F-5E01-09F0-23A0F40A3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1207F1DD-A8E0-F071-1732-9F66F9A6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A0D0B063-B2DB-15AE-6603-D3BDB9D93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575D0B80-2263-0FAA-A882-0BD28F963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50606267-F753-C78F-3476-5B59716FA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B54F97E4-5919-E6F0-EF41-EA0060B5A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16CDBBA6-F1B9-AFD3-DD50-F7FA48F43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5BE18ADD-BBF8-7CB8-B667-0601B8D3A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E726596A-72C1-1692-9673-E7C1DEB8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BA7DD59F-4BE6-B8B9-40BE-E10B6F70C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7394FA1A-CD8B-89C3-21F4-FD5F107A9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55AA3DFC-187F-820C-B09D-4A32CBF19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54C4A2E1-668C-94D1-27B2-6326CFE5B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9D9A91D7-8743-7353-5B8D-431462A2E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6C2ABAAF-ADB8-5CBB-9B13-9B942DADA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66D459CD-CD29-EDAB-122A-5D84C8309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D019C8E1-470E-B64A-3F6F-658ED9F42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030AAE2C-C8AE-C16A-7836-71AB9CBCF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974D7844-D8CF-522B-40A3-8E2563A88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1C503B30-E44D-EE9B-E98E-954CE31AE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0D702E25-FC7B-7343-E3CD-FFBFF9C29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0F5F5F35-972B-8341-ED02-66D792441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4B47A4B9-B74A-DAC3-7B68-C14C94BB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57A1623D-DF2E-B721-24AF-86ECDA933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D640889E-4B1E-168F-935D-E174FA2F1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E20F40BE-3E1C-43A7-2041-42E0D27AD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033DAF35-0AF3-59DF-7C9D-02777E3B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BB22BAAB-9D51-9998-D2A6-7BE2BBAF6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B52D776-844E-DDD5-069F-A1914DD4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F6319A53-56FD-5B44-4EAB-CFB3639A8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0D459D9-BFA2-65BD-F05E-B3995E58C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6AA22773-34AF-CBC4-B12B-1BD8F91DC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68B8C16D-E220-DB65-8164-E4E5407B6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3340C847-CB85-499D-EF7D-B9BDC44B0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3E7ACED-3794-D802-D84D-CBC776A0B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D472294A-D066-95BB-6E22-1FE9A98A0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4122B277-26A2-019E-FD02-C3952140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5ACE40E8-75C9-641C-8032-FA41A4F59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5DC7B6B9-45F1-7FB6-DCB6-504DD68FF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1340EA5F-19C6-D3AB-6861-89CFFD818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7808C723-F9A6-22CE-8B62-DDD0EAAD6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C80A0585-52AE-C381-7C39-480D5E36E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863DEEF-B476-4CDB-2235-F61B97CB0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D53E0E8F-5E9C-8493-5094-62994582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3F19D534-3108-6994-5D4F-A5704D4E6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F05B5FEB-5F78-DE13-09F6-D40BFEFA9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25B00591-F70E-EBF7-1102-F202A3C9E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E8DAF9D6-D1E3-BADE-4691-69F755C83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53B8DFC-05CB-7EC5-5243-D4D6502B5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D79BC5DC-2005-BB4F-5082-0DAEDD999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68DA641F-5CDD-45C7-E6DF-AB2F92416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32EDA942-B98C-0A0B-0D52-8996041F2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E9D000BB-CF3E-4E9E-FF5B-71A9D220F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53540536-77BF-4028-EBCD-7AC1E3BEF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BEFD9737-6F3C-51BD-D681-5E0B1059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81151" y="8678388"/>
            <a:ext cx="3790950" cy="645829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0295FF7-5896-0D24-121D-34E64AA0A257}"/>
              </a:ext>
            </a:extLst>
          </p:cNvPr>
          <p:cNvSpPr txBox="1"/>
          <p:nvPr/>
        </p:nvSpPr>
        <p:spPr>
          <a:xfrm>
            <a:off x="502508" y="1093828"/>
            <a:ext cx="44750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dirty="0">
                <a:solidFill>
                  <a:srgbClr val="424454"/>
                </a:solidFill>
                <a:latin typeface="Georgia"/>
                <a:cs typeface="Georgia"/>
              </a:rPr>
              <a:t>Proposta Comercial:</a:t>
            </a:r>
            <a:endParaRPr sz="1800" dirty="0">
              <a:latin typeface="Georgia"/>
              <a:cs typeface="Georgia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CE5B680-AF34-4B80-6BAB-3F37D8057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0D5900C0-B604-C9E5-C534-829912A50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05890"/>
              </p:ext>
            </p:extLst>
          </p:nvPr>
        </p:nvGraphicFramePr>
        <p:xfrm>
          <a:off x="559593" y="4805148"/>
          <a:ext cx="5738813" cy="1792605"/>
        </p:xfrm>
        <a:graphic>
          <a:graphicData uri="http://schemas.openxmlformats.org/drawingml/2006/table">
            <a:tbl>
              <a:tblPr/>
              <a:tblGrid>
                <a:gridCol w="523875">
                  <a:extLst>
                    <a:ext uri="{9D8B030D-6E8A-4147-A177-3AD203B41FA5}">
                      <a16:colId xmlns:a16="http://schemas.microsoft.com/office/drawing/2014/main" val="2558652569"/>
                    </a:ext>
                  </a:extLst>
                </a:gridCol>
                <a:gridCol w="973932">
                  <a:extLst>
                    <a:ext uri="{9D8B030D-6E8A-4147-A177-3AD203B41FA5}">
                      <a16:colId xmlns:a16="http://schemas.microsoft.com/office/drawing/2014/main" val="2633022676"/>
                    </a:ext>
                  </a:extLst>
                </a:gridCol>
                <a:gridCol w="2155031">
                  <a:extLst>
                    <a:ext uri="{9D8B030D-6E8A-4147-A177-3AD203B41FA5}">
                      <a16:colId xmlns:a16="http://schemas.microsoft.com/office/drawing/2014/main" val="1419261670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392268339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943105328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Condições Comerciais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9714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9102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967686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Procedencia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Alemanha (Frete e IPI inclusos)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771394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Entrega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045460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Validade da Proposta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394089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Pagamento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vista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892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76368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Garantia de 10 anos contra defeito de fabricação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447233"/>
                  </a:ext>
                </a:extLst>
              </a:tr>
            </a:tbl>
          </a:graphicData>
        </a:graphic>
      </p:graphicFrame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897EAF30-79AA-B7CC-BFEC-F8BF3CA4E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53" y="7176028"/>
            <a:ext cx="2362530" cy="1505160"/>
          </a:xfrm>
          <a:prstGeom prst="rect">
            <a:avLst/>
          </a:prstGeom>
        </p:spPr>
      </p:pic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2F62B22C-38E0-52C5-23C3-37BE1DBC1A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008264"/>
              </p:ext>
            </p:extLst>
          </p:nvPr>
        </p:nvGraphicFramePr>
        <p:xfrm>
          <a:off x="349250" y="2072997"/>
          <a:ext cx="6356350" cy="1903731"/>
        </p:xfrm>
        <a:graphic>
          <a:graphicData uri="http://schemas.openxmlformats.org/drawingml/2006/table">
            <a:tbl>
              <a:tblPr/>
              <a:tblGrid>
                <a:gridCol w="585921">
                  <a:extLst>
                    <a:ext uri="{9D8B030D-6E8A-4147-A177-3AD203B41FA5}">
                      <a16:colId xmlns:a16="http://schemas.microsoft.com/office/drawing/2014/main" val="921893693"/>
                    </a:ext>
                  </a:extLst>
                </a:gridCol>
                <a:gridCol w="538029">
                  <a:extLst>
                    <a:ext uri="{9D8B030D-6E8A-4147-A177-3AD203B41FA5}">
                      <a16:colId xmlns:a16="http://schemas.microsoft.com/office/drawing/2014/main" val="3468802915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958978512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37885504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535184109"/>
                    </a:ext>
                  </a:extLst>
                </a:gridCol>
              </a:tblGrid>
              <a:tr h="64803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Caixa de Instrumental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Unitário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889655"/>
                  </a:ext>
                </a:extLst>
              </a:tr>
              <a:tr h="41856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Marcador de Eixo de 2 Pontos LRI/Toric, em Titânio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4.877,12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4.877,12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562645"/>
                  </a:ext>
                </a:extLst>
              </a:tr>
              <a:tr h="41856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Marcador de Fenda Toric/LRI de 3 pontos, em Titânio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4.877,12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4.877,12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605291"/>
                  </a:ext>
                </a:extLst>
              </a:tr>
              <a:tr h="418566"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9.754,24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130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81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87906" y="67092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4F096F3D-8620-41CB-926E-F1490C440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45F26772-4173-4270-9D29-2B646829F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09CBA21E-4DAC-4C89-BEC9-1337399B7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DABD66AC-1617-46E8-AC56-2C4D81C25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9E83850A-99F9-40C3-B00E-DB05FA64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9B9184DC-2832-43EA-98A6-B58F2849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0D847419-8D16-EC17-3659-9DC27BCB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944343" cy="724466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2608D8-18C0-6B7C-88D0-03DD86B58361}"/>
              </a:ext>
            </a:extLst>
          </p:cNvPr>
          <p:cNvSpPr txBox="1"/>
          <p:nvPr/>
        </p:nvSpPr>
        <p:spPr>
          <a:xfrm>
            <a:off x="699715" y="1334548"/>
            <a:ext cx="5926923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400" kern="1200" dirty="0"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Caro cliente,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Nossa equipe técnica está à disposição para esclarecer quaisquer dúvidas sobre a nossa proposta. Teremos o prazer de discutir os detalhes e garantir que todas as suas questões sejam respondidas de maneira clara e precisa.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Além disso, gostaríamos de reforçar nosso compromisso com a qualidade e a eficiência no fornecimento de soluções cirúrgicas. A nossa reestruturação das caixas foi cuidadosamente planejada para melhorar o processamento, controle e rastreamento dos materiais, o que acreditamos ser um grande benefício para a operação do seu hospital.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Agradecemos pela confiança depositada em nossa equipe e pela oportunidade de colaborar com a melhoria dos processos cirúrgicos. Estamos ansiosos para contribuir para o sucesso e a eficiência das suas operações.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Atenciosamente,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Marcelo Mergulhao</a:t>
            </a:r>
          </a:p>
          <a:p>
            <a:r>
              <a:rPr lang="en-US" sz="1400" dirty="0"/>
              <a:t>Departamento Comercial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E2B4193-04CA-E56E-A084-AD8FB1FA4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3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BA070-03FF-DE60-E4DC-0BC91D2D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86" y="0"/>
            <a:ext cx="5915025" cy="1767417"/>
          </a:xfrm>
        </p:spPr>
        <p:txBody>
          <a:bodyPr/>
          <a:lstStyle/>
          <a:p>
            <a:r>
              <a:rPr lang="pt-BR" b="1" dirty="0"/>
              <a:t>Contatos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4E6925-B9EA-2F60-F94A-8F327B0CC0E3}"/>
              </a:ext>
            </a:extLst>
          </p:cNvPr>
          <p:cNvSpPr txBox="1"/>
          <p:nvPr/>
        </p:nvSpPr>
        <p:spPr>
          <a:xfrm>
            <a:off x="421418" y="4874500"/>
            <a:ext cx="41648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dirty="0"/>
              <a:t> Marcelo Mergulhao</a:t>
            </a:r>
          </a:p>
          <a:p>
            <a:r>
              <a:rPr lang="en-US" sz="1400" dirty="0"/>
              <a:t>+55 11 9 4060 6779</a:t>
            </a:r>
          </a:p>
          <a:p>
            <a:r>
              <a:rPr lang="en-US" sz="1400" dirty="0"/>
              <a:t> </a:t>
            </a:r>
            <a:r>
              <a:rPr lang="en-US" sz="1400" dirty="0">
                <a:hlinkClick r:id="rId2"/>
              </a:rPr>
              <a:t>mmergulhao@cmetk.com.br</a:t>
            </a:r>
            <a:endParaRPr lang="en-US" sz="1400" dirty="0"/>
          </a:p>
          <a:p>
            <a:endParaRPr lang="en-US" sz="1400" dirty="0"/>
          </a:p>
          <a:p>
            <a:endParaRPr lang="en-US" sz="1400" b="1" dirty="0"/>
          </a:p>
        </p:txBody>
      </p:sp>
      <p:pic>
        <p:nvPicPr>
          <p:cNvPr id="5" name="Picture 2" descr="Image result for contato">
            <a:extLst>
              <a:ext uri="{FF2B5EF4-FFF2-40B4-BE49-F238E27FC236}">
                <a16:creationId xmlns:a16="http://schemas.microsoft.com/office/drawing/2014/main" id="{1B5C86D2-6437-7F14-6F99-C79DE6536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6929380"/>
            <a:ext cx="2234499" cy="79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F6C3AC41-6BB4-1909-089E-65AC83E72DA5}"/>
              </a:ext>
            </a:extLst>
          </p:cNvPr>
          <p:cNvSpPr txBox="1">
            <a:spLocks/>
          </p:cNvSpPr>
          <p:nvPr/>
        </p:nvSpPr>
        <p:spPr>
          <a:xfrm>
            <a:off x="348502" y="1949911"/>
            <a:ext cx="2772155" cy="34077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lang="pt-BR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Escritório CMEtK - SP </a:t>
            </a:r>
          </a:p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São Paulo – SP</a:t>
            </a:r>
          </a:p>
          <a:p>
            <a:pPr marL="109728" indent="0">
              <a:buFont typeface="Georgia"/>
              <a:buNone/>
            </a:pPr>
            <a:endParaRPr lang="pt-BR" sz="1400" b="1" dirty="0"/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Cond. Villa Lobos Office Park 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 Torre E 511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Av. Queiroz Filho 1700</a:t>
            </a:r>
          </a:p>
          <a:p>
            <a:pPr marL="109728" indent="0">
              <a:buFont typeface="Georgia"/>
              <a:buNone/>
            </a:pPr>
            <a:endParaRPr lang="pt-BR" sz="1400" dirty="0"/>
          </a:p>
        </p:txBody>
      </p:sp>
      <p:pic>
        <p:nvPicPr>
          <p:cNvPr id="8" name="Picture 2" descr="Villa Lobos Office Park">
            <a:extLst>
              <a:ext uri="{FF2B5EF4-FFF2-40B4-BE49-F238E27FC236}">
                <a16:creationId xmlns:a16="http://schemas.microsoft.com/office/drawing/2014/main" id="{CDB37F59-1B33-DE0C-CA2E-F0B3EB1A2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186" y="1941134"/>
            <a:ext cx="3372052" cy="2946642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CDB6773-4871-F067-FAF3-92B99B9ACBA2}"/>
              </a:ext>
            </a:extLst>
          </p:cNvPr>
          <p:cNvSpPr txBox="1"/>
          <p:nvPr/>
        </p:nvSpPr>
        <p:spPr>
          <a:xfrm>
            <a:off x="3630763" y="5108359"/>
            <a:ext cx="40706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r>
              <a:rPr lang="pt-BR" sz="1400" dirty="0"/>
              <a:t>Camila Cadamuro</a:t>
            </a:r>
          </a:p>
          <a:p>
            <a:r>
              <a:rPr lang="pt-BR" sz="1400" dirty="0"/>
              <a:t>55 61 8230 2858</a:t>
            </a:r>
          </a:p>
          <a:p>
            <a:r>
              <a:rPr lang="pt-BR" sz="1400" dirty="0">
                <a:hlinkClick r:id="rId5"/>
              </a:rPr>
              <a:t>camila@cmetk.com.br</a:t>
            </a:r>
            <a:endParaRPr lang="pt-BR" sz="1400" dirty="0"/>
          </a:p>
          <a:p>
            <a:endParaRPr lang="pt-BR" sz="1400" dirty="0"/>
          </a:p>
          <a:p>
            <a:endParaRPr lang="en-US" sz="14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ADF367-B7CB-B5BE-838C-60DEB6FCB672}"/>
              </a:ext>
            </a:extLst>
          </p:cNvPr>
          <p:cNvSpPr txBox="1"/>
          <p:nvPr/>
        </p:nvSpPr>
        <p:spPr>
          <a:xfrm>
            <a:off x="348501" y="5061493"/>
            <a:ext cx="4795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Comercial                                             Tecnica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577893-C27B-458B-B511-13AF2AB2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721706" cy="668864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</p:spTree>
    <p:extLst>
      <p:ext uri="{BB962C8B-B14F-4D97-AF65-F5344CB8AC3E}">
        <p14:creationId xmlns:p14="http://schemas.microsoft.com/office/powerpoint/2010/main" val="831900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2161</TotalTime>
  <Words>326</Words>
  <Application>Microsoft Office PowerPoint</Application>
  <PresentationFormat>Apresentação na tela (4:3)</PresentationFormat>
  <Paragraphs>78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Georgia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Contatos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HB</dc:creator>
  <cp:lastModifiedBy>Ana Beatriz</cp:lastModifiedBy>
  <cp:revision>56</cp:revision>
  <dcterms:created xsi:type="dcterms:W3CDTF">2022-05-03T17:45:50Z</dcterms:created>
  <dcterms:modified xsi:type="dcterms:W3CDTF">2025-05-30T14:39:08Z</dcterms:modified>
</cp:coreProperties>
</file>